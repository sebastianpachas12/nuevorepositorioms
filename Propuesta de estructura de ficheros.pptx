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67" r:id="rId2"/>
    <p:sldMasterId id="2147483693" r:id="rId3"/>
  </p:sldMasterIdLst>
  <p:notesMasterIdLst>
    <p:notesMasterId r:id="rId9"/>
  </p:notesMasterIdLst>
  <p:sldIdLst>
    <p:sldId id="2147480609" r:id="rId4"/>
    <p:sldId id="2146849740" r:id="rId5"/>
    <p:sldId id="2146849748" r:id="rId6"/>
    <p:sldId id="2147480610" r:id="rId7"/>
    <p:sldId id="819" r:id="rId8"/>
  </p:sldIdLst>
  <p:sldSz cx="12192000" cy="6858000"/>
  <p:notesSz cx="6858000" cy="9144000"/>
  <p:custDataLst>
    <p:tags r:id="rId10"/>
  </p:custData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960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68CC9-6A32-42CA-AE57-E0EF1EC34D15}" v="3" dt="2026-07-08T04:07:09.037"/>
    <p1510:client id="{5BD984EB-8E37-4177-BD9D-49E8EDC606DD}" v="164" dt="2026-07-08T15:47:21.932"/>
    <p1510:client id="{DC6714D4-2898-4D88-6B47-713AFE9AB4B8}" v="20" dt="2026-07-08T15:09:13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960"/>
        <p:guide pos="211"/>
        <p:guide orient="horz" pos="95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GEMENT SOLUTIONS.Pachas Negron, Sebastian Ignacio" userId="S::spachasn@proveedor.intercorp.com.pe::55e6d2c1-1503-4da6-8bb0-f47fd9565052" providerId="AD" clId="Web-{DC6714D4-2898-4D88-6B47-713AFE9AB4B8}"/>
    <pc:docChg chg="modSld">
      <pc:chgData name="MANAGEMENT SOLUTIONS.Pachas Negron, Sebastian Ignacio" userId="S::spachasn@proveedor.intercorp.com.pe::55e6d2c1-1503-4da6-8bb0-f47fd9565052" providerId="AD" clId="Web-{DC6714D4-2898-4D88-6B47-713AFE9AB4B8}" dt="2026-07-08T15:09:13.079" v="18" actId="1076"/>
      <pc:docMkLst>
        <pc:docMk/>
      </pc:docMkLst>
      <pc:sldChg chg="modSp">
        <pc:chgData name="MANAGEMENT SOLUTIONS.Pachas Negron, Sebastian Ignacio" userId="S::spachasn@proveedor.intercorp.com.pe::55e6d2c1-1503-4da6-8bb0-f47fd9565052" providerId="AD" clId="Web-{DC6714D4-2898-4D88-6B47-713AFE9AB4B8}" dt="2026-07-08T15:09:13.079" v="18" actId="1076"/>
        <pc:sldMkLst>
          <pc:docMk/>
          <pc:sldMk cId="958020338" sldId="2146849748"/>
        </pc:sldMkLst>
        <pc:graphicFrameChg chg="mod modGraphic">
          <ac:chgData name="MANAGEMENT SOLUTIONS.Pachas Negron, Sebastian Ignacio" userId="S::spachasn@proveedor.intercorp.com.pe::55e6d2c1-1503-4da6-8bb0-f47fd9565052" providerId="AD" clId="Web-{DC6714D4-2898-4D88-6B47-713AFE9AB4B8}" dt="2026-07-08T15:09:08.517" v="17"/>
          <ac:graphicFrameMkLst>
            <pc:docMk/>
            <pc:sldMk cId="958020338" sldId="2146849748"/>
            <ac:graphicFrameMk id="37" creationId="{B724F133-1FAD-7B63-AAE9-30D43BD505B3}"/>
          </ac:graphicFrameMkLst>
        </pc:graphicFrameChg>
        <pc:picChg chg="mod">
          <ac:chgData name="MANAGEMENT SOLUTIONS.Pachas Negron, Sebastian Ignacio" userId="S::spachasn@proveedor.intercorp.com.pe::55e6d2c1-1503-4da6-8bb0-f47fd9565052" providerId="AD" clId="Web-{DC6714D4-2898-4D88-6B47-713AFE9AB4B8}" dt="2026-07-08T15:09:13.079" v="18" actId="1076"/>
          <ac:picMkLst>
            <pc:docMk/>
            <pc:sldMk cId="958020338" sldId="2146849748"/>
            <ac:picMk id="1400" creationId="{F7591AA6-2FDB-AFA5-A765-353893450A21}"/>
          </ac:picMkLst>
        </pc:picChg>
      </pc:sldChg>
    </pc:docChg>
  </pc:docChgLst>
  <pc:docChgLst>
    <pc:chgData name="MANAGEMENT SOLUTIONS.Pachas Negron, Sebastian Ignacio" userId="55e6d2c1-1503-4da6-8bb0-f47fd9565052" providerId="ADAL" clId="{0C176259-92C6-4D31-9C0F-A0FFC077A6A7}"/>
    <pc:docChg chg="undo custSel modSld">
      <pc:chgData name="MANAGEMENT SOLUTIONS.Pachas Negron, Sebastian Ignacio" userId="55e6d2c1-1503-4da6-8bb0-f47fd9565052" providerId="ADAL" clId="{0C176259-92C6-4D31-9C0F-A0FFC077A6A7}" dt="2026-07-08T15:47:21.932" v="221" actId="1036"/>
      <pc:docMkLst>
        <pc:docMk/>
      </pc:docMkLst>
      <pc:sldChg chg="addSp delSp modSp mod">
        <pc:chgData name="MANAGEMENT SOLUTIONS.Pachas Negron, Sebastian Ignacio" userId="55e6d2c1-1503-4da6-8bb0-f47fd9565052" providerId="ADAL" clId="{0C176259-92C6-4D31-9C0F-A0FFC077A6A7}" dt="2026-07-08T15:47:21.932" v="221" actId="1036"/>
        <pc:sldMkLst>
          <pc:docMk/>
          <pc:sldMk cId="958020338" sldId="2146849748"/>
        </pc:sldMkLst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17" creationId="{159EC75C-B7D4-0443-9F40-6FDBD4D66A9B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21" creationId="{396DC4F7-95F6-E517-8270-4C2F070982C4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33:25.841" v="54" actId="20577"/>
          <ac:spMkLst>
            <pc:docMk/>
            <pc:sldMk cId="958020338" sldId="2146849748"/>
            <ac:spMk id="22" creationId="{98532CCD-98E6-A5EE-02ED-548B963BD27A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23" creationId="{B65A020B-5673-6BAB-137A-1A962215DBFD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25" creationId="{F254D84F-642F-C490-3EA5-AD123183C842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26" creationId="{7731018D-1904-656A-D818-60B62F645405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30" creationId="{B012B014-9A1B-A381-6D55-EEEB02A2EE93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33" creationId="{D46DF5DB-D3EE-14E7-7CCF-F6AD37BBB8BE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34" creationId="{48CD0163-99EC-08C8-96F9-BB5A16838403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36" creationId="{C717C009-06D3-FD1F-D13E-F4E11F25250F}"/>
          </ac:spMkLst>
        </pc:spChg>
        <pc:spChg chg="mod">
          <ac:chgData name="MANAGEMENT SOLUTIONS.Pachas Negron, Sebastian Ignacio" userId="55e6d2c1-1503-4da6-8bb0-f47fd9565052" providerId="ADAL" clId="{0C176259-92C6-4D31-9C0F-A0FFC077A6A7}" dt="2026-07-08T15:47:21.932" v="221" actId="1036"/>
          <ac:spMkLst>
            <pc:docMk/>
            <pc:sldMk cId="958020338" sldId="2146849748"/>
            <ac:spMk id="1384" creationId="{3F4C024E-FA0D-616B-AAEB-F790DE0AFBE4}"/>
          </ac:spMkLst>
        </pc:spChg>
        <pc:graphicFrameChg chg="mod modGraphic">
          <ac:chgData name="MANAGEMENT SOLUTIONS.Pachas Negron, Sebastian Ignacio" userId="55e6d2c1-1503-4da6-8bb0-f47fd9565052" providerId="ADAL" clId="{0C176259-92C6-4D31-9C0F-A0FFC077A6A7}" dt="2026-07-08T15:45:06.312" v="68" actId="2165"/>
          <ac:graphicFrameMkLst>
            <pc:docMk/>
            <pc:sldMk cId="958020338" sldId="2146849748"/>
            <ac:graphicFrameMk id="37" creationId="{B724F133-1FAD-7B63-AAE9-30D43BD505B3}"/>
          </ac:graphicFrameMkLst>
        </pc:graphicFrameChg>
        <pc:picChg chg="mod">
          <ac:chgData name="MANAGEMENT SOLUTIONS.Pachas Negron, Sebastian Ignacio" userId="55e6d2c1-1503-4da6-8bb0-f47fd9565052" providerId="ADAL" clId="{0C176259-92C6-4D31-9C0F-A0FFC077A6A7}" dt="2026-07-08T15:45:28.624" v="93" actId="1036"/>
          <ac:picMkLst>
            <pc:docMk/>
            <pc:sldMk cId="958020338" sldId="2146849748"/>
            <ac:picMk id="2" creationId="{D15FB723-7A50-4357-04CE-6F5ADC4DD65E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5:28.624" v="93" actId="1036"/>
          <ac:picMkLst>
            <pc:docMk/>
            <pc:sldMk cId="958020338" sldId="2146849748"/>
            <ac:picMk id="3" creationId="{42C10E64-8E83-D1CB-FDD3-CACDCF3F7269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5:28.624" v="93" actId="1036"/>
          <ac:picMkLst>
            <pc:docMk/>
            <pc:sldMk cId="958020338" sldId="2146849748"/>
            <ac:picMk id="4" creationId="{A79CF9C7-343E-2109-BDEE-F06038695752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45:28.624" v="93" actId="1036"/>
          <ac:picMkLst>
            <pc:docMk/>
            <pc:sldMk cId="958020338" sldId="2146849748"/>
            <ac:picMk id="6" creationId="{42F56E53-35FD-8DE2-8495-4A794D08860D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8" creationId="{5DAE836A-CDC3-D3EA-A3EC-00C06A15AECD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10" creationId="{8CDD5E3C-9750-3ADF-B3BE-198B5C1162AC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10:59.502" v="26" actId="1036"/>
          <ac:picMkLst>
            <pc:docMk/>
            <pc:sldMk cId="958020338" sldId="2146849748"/>
            <ac:picMk id="12" creationId="{2BC5C9BA-7A90-C25F-8479-537B8EC55180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9" creationId="{8FB333A0-1285-9DB2-05BD-667CFE61BBD9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10:54.278" v="22" actId="1076"/>
          <ac:picMkLst>
            <pc:docMk/>
            <pc:sldMk cId="958020338" sldId="2146849748"/>
            <ac:picMk id="28" creationId="{ED39A66D-9AA0-E3B7-B87E-418DCC322463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11:11.210" v="31" actId="1076"/>
          <ac:picMkLst>
            <pc:docMk/>
            <pc:sldMk cId="958020338" sldId="2146849748"/>
            <ac:picMk id="31" creationId="{0E757E2C-9C7A-EB49-BDC6-7960F5226E5F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39" creationId="{30038B76-9C72-D855-7DBF-0705248C37D6}"/>
          </ac:picMkLst>
        </pc:picChg>
        <pc:picChg chg="add mod">
          <ac:chgData name="MANAGEMENT SOLUTIONS.Pachas Negron, Sebastian Ignacio" userId="55e6d2c1-1503-4da6-8bb0-f47fd9565052" providerId="ADAL" clId="{0C176259-92C6-4D31-9C0F-A0FFC077A6A7}" dt="2026-07-08T15:45:28.624" v="93" actId="1036"/>
          <ac:picMkLst>
            <pc:docMk/>
            <pc:sldMk cId="958020338" sldId="2146849748"/>
            <ac:picMk id="41" creationId="{504F340F-8416-48D2-9DF3-C0500E2B3F23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1346" creationId="{F1245F49-1F9F-213E-04AF-07B548D988E4}"/>
          </ac:picMkLst>
        </pc:picChg>
        <pc:picChg chg="add del 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1347" creationId="{9F143056-955A-FCC2-8421-AF31FAA0BF91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1354" creationId="{AE32F647-B98F-1BA6-2EA1-42A70C45F90B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1356" creationId="{AA4BDA74-78B9-D310-0C22-C9580FBA1E29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4:23.067" v="49"/>
          <ac:picMkLst>
            <pc:docMk/>
            <pc:sldMk cId="958020338" sldId="2146849748"/>
            <ac:picMk id="1357" creationId="{CBD3D853-F9E3-C61A-538A-B64858F08F87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4:23.067" v="49"/>
          <ac:picMkLst>
            <pc:docMk/>
            <pc:sldMk cId="958020338" sldId="2146849748"/>
            <ac:picMk id="1358" creationId="{845E92B2-84F2-0829-DE5E-81DD65D4813F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59" creationId="{0CAFF2BD-63D9-8266-EA23-20D15A5AFE77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60" creationId="{F6F0E4DE-4777-CC59-2C78-4C6ACE52FDFE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61" creationId="{2A2A8417-88B2-2C83-4403-E1BC8A8E935E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4:23.067" v="49"/>
          <ac:picMkLst>
            <pc:docMk/>
            <pc:sldMk cId="958020338" sldId="2146849748"/>
            <ac:picMk id="1363" creationId="{40EF1448-4A0A-ADFF-8601-DC9E6074C07E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4:23.067" v="49"/>
          <ac:picMkLst>
            <pc:docMk/>
            <pc:sldMk cId="958020338" sldId="2146849748"/>
            <ac:picMk id="1364" creationId="{D2A50507-F159-57A9-81C6-91898C861610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4:23.067" v="49"/>
          <ac:picMkLst>
            <pc:docMk/>
            <pc:sldMk cId="958020338" sldId="2146849748"/>
            <ac:picMk id="1365" creationId="{A584A186-6B02-E302-76BA-62B80E410876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66" creationId="{E643B76C-3B7D-91A6-7593-592F0AFADF5F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67" creationId="{3A8F8155-690E-4FC9-80C4-B193055740A3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70" creationId="{456064C2-2571-E090-1966-02452CF92E7F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72" creationId="{BB23C4DD-184B-D151-C23C-538902905164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4:23.067" v="49"/>
          <ac:picMkLst>
            <pc:docMk/>
            <pc:sldMk cId="958020338" sldId="2146849748"/>
            <ac:picMk id="1375" creationId="{66309650-AAA9-A430-D6B8-3DE8F801B5F0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6:19.036" v="168" actId="1036"/>
          <ac:picMkLst>
            <pc:docMk/>
            <pc:sldMk cId="958020338" sldId="2146849748"/>
            <ac:picMk id="1376" creationId="{5A65C493-D8A0-AC64-BC57-C9AEECC3E17C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1:44.448" v="41" actId="1076"/>
          <ac:picMkLst>
            <pc:docMk/>
            <pc:sldMk cId="958020338" sldId="2146849748"/>
            <ac:picMk id="1386" creationId="{E5F929B3-0423-B6DE-9E1D-B013AD263733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1:30.568" v="36" actId="1076"/>
          <ac:picMkLst>
            <pc:docMk/>
            <pc:sldMk cId="958020338" sldId="2146849748"/>
            <ac:picMk id="1387" creationId="{018C29B9-5629-23B9-8ACA-F012146EC87F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1:32.316" v="37" actId="478"/>
          <ac:picMkLst>
            <pc:docMk/>
            <pc:sldMk cId="958020338" sldId="2146849748"/>
            <ac:picMk id="1391" creationId="{8AF0F3FA-44EE-0645-707B-D87AB4A9FCD5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33:35.919" v="56" actId="478"/>
          <ac:picMkLst>
            <pc:docMk/>
            <pc:sldMk cId="958020338" sldId="2146849748"/>
            <ac:picMk id="1392" creationId="{C28D111D-9B12-E325-E6CE-145A70E6341E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09:56.498" v="0" actId="478"/>
          <ac:picMkLst>
            <pc:docMk/>
            <pc:sldMk cId="958020338" sldId="2146849748"/>
            <ac:picMk id="1396" creationId="{0E01DA40-F111-01D8-E49C-426CF341C91C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0:02.930" v="3" actId="478"/>
          <ac:picMkLst>
            <pc:docMk/>
            <pc:sldMk cId="958020338" sldId="2146849748"/>
            <ac:picMk id="1397" creationId="{F5ADEF0E-5FF9-642D-7E94-21314A8AF793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0:46.051" v="18" actId="478"/>
          <ac:picMkLst>
            <pc:docMk/>
            <pc:sldMk cId="958020338" sldId="2146849748"/>
            <ac:picMk id="1400" creationId="{F7591AA6-2FDB-AFA5-A765-353893450A21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0:50.173" v="20" actId="478"/>
          <ac:picMkLst>
            <pc:docMk/>
            <pc:sldMk cId="958020338" sldId="2146849748"/>
            <ac:picMk id="1401" creationId="{8B4D6B9F-8C3D-B89D-336A-8CC6D91F9CD3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45:45.652" v="132" actId="1036"/>
          <ac:picMkLst>
            <pc:docMk/>
            <pc:sldMk cId="958020338" sldId="2146849748"/>
            <ac:picMk id="1402" creationId="{848B9478-FA0A-2F43-64A2-BB891D46DCD6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0:21.396" v="9" actId="478"/>
          <ac:picMkLst>
            <pc:docMk/>
            <pc:sldMk cId="958020338" sldId="2146849748"/>
            <ac:picMk id="1403" creationId="{85A6D5BA-27F3-C687-460F-40AEF7602252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0:27.761" v="12" actId="478"/>
          <ac:picMkLst>
            <pc:docMk/>
            <pc:sldMk cId="958020338" sldId="2146849748"/>
            <ac:picMk id="1404" creationId="{87436DB1-FB49-7137-4C45-6D61A2FA7F85}"/>
          </ac:picMkLst>
        </pc:picChg>
        <pc:picChg chg="mod">
          <ac:chgData name="MANAGEMENT SOLUTIONS.Pachas Negron, Sebastian Ignacio" userId="55e6d2c1-1503-4da6-8bb0-f47fd9565052" providerId="ADAL" clId="{0C176259-92C6-4D31-9C0F-A0FFC077A6A7}" dt="2026-07-08T15:11:05.764" v="28" actId="1076"/>
          <ac:picMkLst>
            <pc:docMk/>
            <pc:sldMk cId="958020338" sldId="2146849748"/>
            <ac:picMk id="1405" creationId="{FA3EB7AC-6A9E-8991-4311-B862DB9271D6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1:06.855" v="29" actId="478"/>
          <ac:picMkLst>
            <pc:docMk/>
            <pc:sldMk cId="958020338" sldId="2146849748"/>
            <ac:picMk id="1406" creationId="{EC84CBC7-F6F5-C66B-4E1A-2A9E4185672C}"/>
          </ac:picMkLst>
        </pc:picChg>
        <pc:picChg chg="del">
          <ac:chgData name="MANAGEMENT SOLUTIONS.Pachas Negron, Sebastian Ignacio" userId="55e6d2c1-1503-4da6-8bb0-f47fd9565052" providerId="ADAL" clId="{0C176259-92C6-4D31-9C0F-A0FFC077A6A7}" dt="2026-07-08T15:11:12.529" v="32" actId="478"/>
          <ac:picMkLst>
            <pc:docMk/>
            <pc:sldMk cId="958020338" sldId="2146849748"/>
            <ac:picMk id="1407" creationId="{FBA778AB-7B55-DC52-1F48-1B551037E318}"/>
          </ac:picMkLst>
        </pc:picChg>
      </pc:sldChg>
    </pc:docChg>
  </pc:docChgLst>
  <pc:docChgLst>
    <pc:chgData name="MANAGEMENT SOLUTIONS.Suarez Suarez, Andres Sebastian" userId="a48ab89a-8a16-485c-8fe7-f582e60908c1" providerId="ADAL" clId="{A833AC4E-57B4-4854-816E-BC25D14D9884}"/>
    <pc:docChg chg="undo custSel modSld">
      <pc:chgData name="MANAGEMENT SOLUTIONS.Suarez Suarez, Andres Sebastian" userId="a48ab89a-8a16-485c-8fe7-f582e60908c1" providerId="ADAL" clId="{A833AC4E-57B4-4854-816E-BC25D14D9884}" dt="2026-07-08T04:09:19.480" v="17" actId="1076"/>
      <pc:docMkLst>
        <pc:docMk/>
      </pc:docMkLst>
      <pc:sldChg chg="modSp mod">
        <pc:chgData name="MANAGEMENT SOLUTIONS.Suarez Suarez, Andres Sebastian" userId="a48ab89a-8a16-485c-8fe7-f582e60908c1" providerId="ADAL" clId="{A833AC4E-57B4-4854-816E-BC25D14D9884}" dt="2026-07-08T04:06:04.648" v="0" actId="1076"/>
        <pc:sldMkLst>
          <pc:docMk/>
          <pc:sldMk cId="761071175" sldId="2146849740"/>
        </pc:sldMkLst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7" creationId="{847E5ADA-CD1D-F4B4-8C7B-E24FD4CF370D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29" creationId="{80EF937B-4D23-2DE3-D752-F47F2FB8B253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30" creationId="{BEFCB288-FCF2-EDA9-1B17-CDFA48CC3544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34" creationId="{EC2DEEDB-60BF-78F7-0DB1-D23CC2BC0E91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44" creationId="{28D87490-7D7D-EDED-AB97-2D898C1FF828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9218" creationId="{9B0B7011-E009-448C-E926-A218D1E00A9E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9239" creationId="{559416EF-3EC9-F8C3-3597-501C3988D4AE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9242" creationId="{17467F20-8DA5-CFDE-673C-5CBEF973DE10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9245" creationId="{7A1C8DD4-F0DB-E04E-6D05-B6E2935CA182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6:04.648" v="0" actId="1076"/>
          <ac:spMkLst>
            <pc:docMk/>
            <pc:sldMk cId="761071175" sldId="2146849740"/>
            <ac:spMk id="9268" creationId="{3548E1C9-C246-0854-3D5D-C5973040456D}"/>
          </ac:spMkLst>
        </pc:spChg>
      </pc:sldChg>
      <pc:sldChg chg="addSp delSp modSp mod">
        <pc:chgData name="MANAGEMENT SOLUTIONS.Suarez Suarez, Andres Sebastian" userId="a48ab89a-8a16-485c-8fe7-f582e60908c1" providerId="ADAL" clId="{A833AC4E-57B4-4854-816E-BC25D14D9884}" dt="2026-07-08T04:09:19.480" v="17" actId="1076"/>
        <pc:sldMkLst>
          <pc:docMk/>
          <pc:sldMk cId="958020338" sldId="2146849748"/>
        </pc:sldMkLst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22" creationId="{98532CCD-98E6-A5EE-02ED-548B963BD27A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23" creationId="{B65A020B-5673-6BAB-137A-1A962215DBFD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24" creationId="{6DA1237B-9C7F-E7B4-BCC5-674F42026092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25" creationId="{F254D84F-642F-C490-3EA5-AD123183C842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32" creationId="{83B11507-A8B8-0712-77EE-5C952208D159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35" creationId="{B9138937-4BFC-BED1-954E-41CFFD5316FF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36" creationId="{C717C009-06D3-FD1F-D13E-F4E11F25250F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1381" creationId="{E1513FAD-FC6B-41F6-9D0B-8CF88522E602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1383" creationId="{164BBCF0-BD5A-BD29-5F5E-D84C406D1F60}"/>
          </ac:spMkLst>
        </pc:spChg>
        <pc:spChg chg="mod">
          <ac:chgData name="MANAGEMENT SOLUTIONS.Suarez Suarez, Andres Sebastian" userId="a48ab89a-8a16-485c-8fe7-f582e60908c1" providerId="ADAL" clId="{A833AC4E-57B4-4854-816E-BC25D14D9884}" dt="2026-07-08T04:07:47.789" v="13" actId="255"/>
          <ac:spMkLst>
            <pc:docMk/>
            <pc:sldMk cId="958020338" sldId="2146849748"/>
            <ac:spMk id="1384" creationId="{3F4C024E-FA0D-616B-AAEB-F790DE0AFBE4}"/>
          </ac:spMkLst>
        </pc:spChg>
        <pc:picChg chg="add mod">
          <ac:chgData name="MANAGEMENT SOLUTIONS.Suarez Suarez, Andres Sebastian" userId="a48ab89a-8a16-485c-8fe7-f582e60908c1" providerId="ADAL" clId="{A833AC4E-57B4-4854-816E-BC25D14D9884}" dt="2026-07-08T04:06:59.582" v="7" actId="1076"/>
          <ac:picMkLst>
            <pc:docMk/>
            <pc:sldMk cId="958020338" sldId="2146849748"/>
            <ac:picMk id="2" creationId="{D15FB723-7A50-4357-04CE-6F5ADC4DD65E}"/>
          </ac:picMkLst>
        </pc:picChg>
        <pc:picChg chg="add mod">
          <ac:chgData name="MANAGEMENT SOLUTIONS.Suarez Suarez, Andres Sebastian" userId="a48ab89a-8a16-485c-8fe7-f582e60908c1" providerId="ADAL" clId="{A833AC4E-57B4-4854-816E-BC25D14D9884}" dt="2026-07-08T04:07:07.565" v="9" actId="1076"/>
          <ac:picMkLst>
            <pc:docMk/>
            <pc:sldMk cId="958020338" sldId="2146849748"/>
            <ac:picMk id="3" creationId="{42C10E64-8E83-D1CB-FDD3-CACDCF3F7269}"/>
          </ac:picMkLst>
        </pc:picChg>
        <pc:picChg chg="add mod">
          <ac:chgData name="MANAGEMENT SOLUTIONS.Suarez Suarez, Andres Sebastian" userId="a48ab89a-8a16-485c-8fe7-f582e60908c1" providerId="ADAL" clId="{A833AC4E-57B4-4854-816E-BC25D14D9884}" dt="2026-07-08T04:07:12.960" v="11" actId="1076"/>
          <ac:picMkLst>
            <pc:docMk/>
            <pc:sldMk cId="958020338" sldId="2146849748"/>
            <ac:picMk id="4" creationId="{A79CF9C7-343E-2109-BDEE-F06038695752}"/>
          </ac:picMkLst>
        </pc:picChg>
        <pc:picChg chg="mod">
          <ac:chgData name="MANAGEMENT SOLUTIONS.Suarez Suarez, Andres Sebastian" userId="a48ab89a-8a16-485c-8fe7-f582e60908c1" providerId="ADAL" clId="{A833AC4E-57B4-4854-816E-BC25D14D9884}" dt="2026-07-08T04:09:19.480" v="17" actId="1076"/>
          <ac:picMkLst>
            <pc:docMk/>
            <pc:sldMk cId="958020338" sldId="2146849748"/>
            <ac:picMk id="1386" creationId="{E5F929B3-0423-B6DE-9E1D-B013AD263733}"/>
          </ac:picMkLst>
        </pc:picChg>
        <pc:picChg chg="mod">
          <ac:chgData name="MANAGEMENT SOLUTIONS.Suarez Suarez, Andres Sebastian" userId="a48ab89a-8a16-485c-8fe7-f582e60908c1" providerId="ADAL" clId="{A833AC4E-57B4-4854-816E-BC25D14D9884}" dt="2026-07-08T04:09:12.999" v="15" actId="1076"/>
          <ac:picMkLst>
            <pc:docMk/>
            <pc:sldMk cId="958020338" sldId="2146849748"/>
            <ac:picMk id="1387" creationId="{018C29B9-5629-23B9-8ACA-F012146EC87F}"/>
          </ac:picMkLst>
        </pc:picChg>
        <pc:picChg chg="mod">
          <ac:chgData name="MANAGEMENT SOLUTIONS.Suarez Suarez, Andres Sebastian" userId="a48ab89a-8a16-485c-8fe7-f582e60908c1" providerId="ADAL" clId="{A833AC4E-57B4-4854-816E-BC25D14D9884}" dt="2026-07-08T04:06:47.843" v="2" actId="1076"/>
          <ac:picMkLst>
            <pc:docMk/>
            <pc:sldMk cId="958020338" sldId="2146849748"/>
            <ac:picMk id="1392" creationId="{C28D111D-9B12-E325-E6CE-145A70E6341E}"/>
          </ac:picMkLst>
        </pc:picChg>
        <pc:picChg chg="del">
          <ac:chgData name="MANAGEMENT SOLUTIONS.Suarez Suarez, Andres Sebastian" userId="a48ab89a-8a16-485c-8fe7-f582e60908c1" providerId="ADAL" clId="{A833AC4E-57B4-4854-816E-BC25D14D9884}" dt="2026-07-08T04:06:52.467" v="3" actId="478"/>
          <ac:picMkLst>
            <pc:docMk/>
            <pc:sldMk cId="958020338" sldId="2146849748"/>
            <ac:picMk id="1393" creationId="{DD49B5C7-968A-C240-989E-85C9DAFB0361}"/>
          </ac:picMkLst>
        </pc:picChg>
        <pc:picChg chg="del">
          <ac:chgData name="MANAGEMENT SOLUTIONS.Suarez Suarez, Andres Sebastian" userId="a48ab89a-8a16-485c-8fe7-f582e60908c1" providerId="ADAL" clId="{A833AC4E-57B4-4854-816E-BC25D14D9884}" dt="2026-07-08T04:06:53.240" v="4" actId="478"/>
          <ac:picMkLst>
            <pc:docMk/>
            <pc:sldMk cId="958020338" sldId="2146849748"/>
            <ac:picMk id="1394" creationId="{C833C3A1-EBF2-C12C-050A-E41C736A786D}"/>
          </ac:picMkLst>
        </pc:picChg>
        <pc:picChg chg="del">
          <ac:chgData name="MANAGEMENT SOLUTIONS.Suarez Suarez, Andres Sebastian" userId="a48ab89a-8a16-485c-8fe7-f582e60908c1" providerId="ADAL" clId="{A833AC4E-57B4-4854-816E-BC25D14D9884}" dt="2026-07-08T04:06:53.796" v="5" actId="478"/>
          <ac:picMkLst>
            <pc:docMk/>
            <pc:sldMk cId="958020338" sldId="2146849748"/>
            <ac:picMk id="1395" creationId="{E8010F57-A2BD-6471-8B7F-A3C16934BA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6AF44-DC66-44EC-8A16-8891E70807D3}" type="datetimeFigureOut">
              <a:rPr lang="es-ES_tradnl" smtClean="0"/>
              <a:t>08/07/2026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1F66E-E833-41C9-A9B9-34A4EE7F222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9756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EEE7-B938-F2C9-9567-E663BBA4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3160D-7889-6CD4-1FC4-0841DAA30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A9578-1328-9E72-7E99-4B6614254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E4B75-5119-4697-B601-B88F73CD7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20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C878-F59A-A74A-5387-2254940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D158C-119A-4DB3-BE3F-A3EEF856C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7F46C-3526-43AA-9FD4-C4F68C310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EA18-37DC-3216-5CB8-3E82CFF78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88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2211-36BA-7E5B-4A32-9123CD5C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D56E5-5BBD-F0DD-219D-CECDEE76E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E9E93-D7DB-E74D-69F4-E1A16E8EB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1570-49BC-B2A3-765E-5E77491E4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46DBF5-7708-4478-B46A-8ACBED349187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058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648963a9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6" name="Google Shape;996;g648963a9e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68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8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8.emf"/><Relationship Id="rId4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63E8DD7-D67E-F2E4-CC36-243156DB3A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97" y="0"/>
            <a:ext cx="334368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8454F5-F066-6858-5A91-F456AECF53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C8863332-9BD1-E3AF-AFD4-AA36FFCB69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805A-45FF-8124-8F4D-B8CE036CB2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81A6CCB0-B8EE-0303-6DDD-B6FCC18E0264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A9B8087-E63A-A026-D176-1CA2CB42D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0" name="Picture 41">
            <a:extLst>
              <a:ext uri="{FF2B5EF4-FFF2-40B4-BE49-F238E27FC236}">
                <a16:creationId xmlns:a16="http://schemas.microsoft.com/office/drawing/2014/main" id="{24BEE9CB-3EA2-FD2E-0695-E0D973D45B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897" y="493686"/>
            <a:ext cx="220907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9">
            <a:extLst>
              <a:ext uri="{FF2B5EF4-FFF2-40B4-BE49-F238E27FC236}">
                <a16:creationId xmlns:a16="http://schemas.microsoft.com/office/drawing/2014/main" id="{935D05EB-AAA8-D595-4BFE-D3D3AE05DBA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F9E2FDD6-9632-3DD4-657B-E020E8B6167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C96F9C4-AFD0-CA79-3F43-E0E13D3FF6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18643" y="541425"/>
            <a:ext cx="1903460" cy="49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67963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s-ES" altLang="es-ES" sz="10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12192000" cy="6477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sz="1800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5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8970" y="1120775"/>
            <a:ext cx="2727569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0926" y="1120775"/>
            <a:ext cx="2725616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684" y="1314131"/>
            <a:ext cx="3262406" cy="69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58879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66491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47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263833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7124" y="1303338"/>
            <a:ext cx="50487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43434" y="1303338"/>
            <a:ext cx="505069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83142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96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96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3408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9638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49743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247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84" y="273055"/>
            <a:ext cx="681501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6720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8252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6733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7001" y="361950"/>
            <a:ext cx="2577122" cy="5056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3681" y="361950"/>
            <a:ext cx="7545754" cy="5056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066776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1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3200" b="0" i="0" baseline="0">
              <a:latin typeface="Arial"/>
              <a:ea typeface="+mj-ea"/>
              <a:cs typeface="+mj-cs"/>
              <a:sym typeface="Arial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1132" y="6477000"/>
            <a:ext cx="8850923" cy="381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0" y="1"/>
            <a:ext cx="12192000" cy="6477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2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7974925" y="6067544"/>
            <a:ext cx="410771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1400" b="1">
                <a:solidFill>
                  <a:schemeClr val="bg1"/>
                </a:solidFill>
                <a:latin typeface="Calibri" panose="020F0502020204030204" pitchFamily="34" charset="0"/>
                <a:sym typeface="Wingdings" pitchFamily="2" charset="2"/>
              </a:rPr>
              <a:t>www.managementsolutions.com</a:t>
            </a:r>
            <a:endParaRPr lang="en-US" sz="1400" b="1">
              <a:solidFill>
                <a:schemeClr val="bg1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3" y="6477000"/>
            <a:ext cx="3341077" cy="3810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1333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gray">
          <a:xfrm>
            <a:off x="9290595" y="6487921"/>
            <a:ext cx="2792045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sz="1333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Madrid, julio de 2018</a:t>
            </a:r>
            <a:endParaRPr lang="en-US" sz="1333">
              <a:solidFill>
                <a:srgbClr val="FFFFFF"/>
              </a:solidFill>
              <a:latin typeface="Calibri" panose="020F0502020204030204" pitchFamily="34" charset="0"/>
              <a:sym typeface="Wingdings" pitchFamily="2" charset="2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" y="6491288"/>
            <a:ext cx="3341129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480000" rIns="0" anchor="ctr"/>
          <a:lstStyle/>
          <a:p>
            <a:pPr marL="0" indent="0"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  <a:sym typeface="Wingdings" pitchFamily="2" charset="2"/>
              </a:rPr>
              <a:t>     Entidades Financieras</a:t>
            </a:r>
          </a:p>
        </p:txBody>
      </p:sp>
      <p:sp>
        <p:nvSpPr>
          <p:cNvPr id="14" name="Text Box 1030"/>
          <p:cNvSpPr txBox="1">
            <a:spLocks noChangeArrowheads="1"/>
          </p:cNvSpPr>
          <p:nvPr/>
        </p:nvSpPr>
        <p:spPr bwMode="auto">
          <a:xfrm>
            <a:off x="5001867" y="1263650"/>
            <a:ext cx="203590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s-ES" sz="1600" u="sng">
              <a:solidFill>
                <a:srgbClr val="00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536167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16287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87350"/>
            <a:ext cx="12192000" cy="76327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1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2667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341077" y="6477000"/>
            <a:ext cx="8850923" cy="3810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6477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gray">
          <a:xfrm>
            <a:off x="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auto">
          <a:xfrm rot="16200000">
            <a:off x="-2666291" y="3467850"/>
            <a:ext cx="5682325" cy="2280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900" tIns="51951" rIns="103900" bIns="51951">
            <a:spAutoFit/>
          </a:bodyPr>
          <a:lstStyle/>
          <a:p>
            <a:pPr algn="r">
              <a:defRPr/>
            </a:pPr>
            <a:r>
              <a:rPr lang="es-ES" sz="800">
                <a:solidFill>
                  <a:schemeClr val="bg1"/>
                </a:solidFill>
              </a:rPr>
              <a:t> </a:t>
            </a:r>
            <a:r>
              <a:rPr lang="es-ES_tradnl" sz="800">
                <a:solidFill>
                  <a:schemeClr val="bg1"/>
                </a:solidFill>
              </a:rPr>
              <a:t>©</a:t>
            </a:r>
            <a:r>
              <a:rPr lang="es-ES" sz="800">
                <a:solidFill>
                  <a:schemeClr val="bg1"/>
                </a:solidFill>
              </a:rPr>
              <a:t> Management Solutions 2023. Todos los derechos reservados</a:t>
            </a:r>
            <a:endParaRPr lang="es-ES_tradnl" sz="800">
              <a:solidFill>
                <a:schemeClr val="bg1"/>
              </a:solidFill>
            </a:endParaRPr>
          </a:p>
        </p:txBody>
      </p:sp>
      <p:sp>
        <p:nvSpPr>
          <p:cNvPr id="9" name="Rectangle 15"/>
          <p:cNvSpPr>
            <a:spLocks noChangeArrowheads="1"/>
          </p:cNvSpPr>
          <p:nvPr userDrawn="1"/>
        </p:nvSpPr>
        <p:spPr bwMode="auto">
          <a:xfrm>
            <a:off x="7145073" y="6441758"/>
            <a:ext cx="2979616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>
              <a:defRPr/>
            </a:pPr>
            <a:r>
              <a:rPr lang="es-ES_tradnl" sz="1200" b="1">
                <a:solidFill>
                  <a:schemeClr val="bg1"/>
                </a:solidFill>
              </a:rPr>
              <a:t>www.managementsolutions.com 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 userDrawn="1"/>
        </p:nvSpPr>
        <p:spPr bwMode="auto">
          <a:xfrm>
            <a:off x="0" y="6477000"/>
            <a:ext cx="3341077" cy="381000"/>
          </a:xfrm>
          <a:prstGeom prst="rect">
            <a:avLst/>
          </a:prstGeom>
          <a:solidFill>
            <a:srgbClr val="997D00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 algn="ctr">
              <a:defRPr/>
            </a:pPr>
            <a:endParaRPr lang="en-US" sz="1200"/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gray">
          <a:xfrm>
            <a:off x="10453397" y="6486526"/>
            <a:ext cx="1570375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l"/>
            <a:r>
              <a:rPr lang="es-ES" sz="1200">
                <a:solidFill>
                  <a:schemeClr val="bg1"/>
                </a:solidFill>
              </a:rPr>
              <a:t>Diciembre de 2023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Rectangle 45"/>
          <p:cNvSpPr>
            <a:spLocks noChangeArrowheads="1"/>
          </p:cNvSpPr>
          <p:nvPr userDrawn="1"/>
        </p:nvSpPr>
        <p:spPr bwMode="auto">
          <a:xfrm>
            <a:off x="155321" y="6491288"/>
            <a:ext cx="2633784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409056" tIns="51951" rIns="0" bIns="51951" anchor="ctr"/>
          <a:lstStyle/>
          <a:p>
            <a:pPr marL="0" indent="0" algn="ctr">
              <a:defRPr/>
            </a:pPr>
            <a:r>
              <a:rPr lang="es-ES" sz="1600" b="1">
                <a:solidFill>
                  <a:schemeClr val="bg1"/>
                </a:solidFill>
              </a:rPr>
              <a:t>Control</a:t>
            </a:r>
            <a:r>
              <a:rPr lang="es-ES" sz="1600" b="1" baseline="0">
                <a:solidFill>
                  <a:schemeClr val="bg1"/>
                </a:solidFill>
              </a:rPr>
              <a:t> de Gestión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15" name="Line 48"/>
          <p:cNvSpPr>
            <a:spLocks noChangeShapeType="1"/>
          </p:cNvSpPr>
          <p:nvPr userDrawn="1"/>
        </p:nvSpPr>
        <p:spPr bwMode="gray">
          <a:xfrm flipH="1">
            <a:off x="10279703" y="6565900"/>
            <a:ext cx="0" cy="228600"/>
          </a:xfrm>
          <a:prstGeom prst="line">
            <a:avLst/>
          </a:prstGeom>
          <a:noFill/>
          <a:ln w="25400">
            <a:solidFill>
              <a:srgbClr val="997D00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19" name="Rectangle 18"/>
          <p:cNvSpPr/>
          <p:nvPr userDrawn="1"/>
        </p:nvSpPr>
        <p:spPr bwMode="auto">
          <a:xfrm>
            <a:off x="4878590" y="3909054"/>
            <a:ext cx="7362093" cy="1898121"/>
          </a:xfrm>
          <a:prstGeom prst="rect">
            <a:avLst/>
          </a:prstGeom>
          <a:solidFill>
            <a:schemeClr val="bg1">
              <a:alpha val="73000"/>
            </a:schemeClr>
          </a:solidFill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none" lIns="103900" tIns="51951" rIns="103900" bIns="519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s-ES" sz="1333"/>
          </a:p>
        </p:txBody>
      </p:sp>
      <p:pic>
        <p:nvPicPr>
          <p:cNvPr id="12185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70525" y="932723"/>
            <a:ext cx="2309284" cy="1081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275837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63E8DD7-D67E-F2E4-CC36-243156DB3A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97" y="0"/>
            <a:ext cx="334368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8454F5-F066-6858-5A91-F456AECF53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C8863332-9BD1-E3AF-AFD4-AA36FFCB69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805A-45FF-8124-8F4D-B8CE036CB2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81A6CCB0-B8EE-0303-6DDD-B6FCC18E0264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A9B8087-E63A-A026-D176-1CA2CB42D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0" name="Picture 41">
            <a:extLst>
              <a:ext uri="{FF2B5EF4-FFF2-40B4-BE49-F238E27FC236}">
                <a16:creationId xmlns:a16="http://schemas.microsoft.com/office/drawing/2014/main" id="{24BEE9CB-3EA2-FD2E-0695-E0D973D45B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897" y="493686"/>
            <a:ext cx="220907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9">
            <a:extLst>
              <a:ext uri="{FF2B5EF4-FFF2-40B4-BE49-F238E27FC236}">
                <a16:creationId xmlns:a16="http://schemas.microsoft.com/office/drawing/2014/main" id="{935D05EB-AAA8-D595-4BFE-D3D3AE05DBA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F9E2FDD6-9632-3DD4-657B-E020E8B6167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C96F9C4-AFD0-CA79-3F43-E0E13D3FF6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18643" y="541425"/>
            <a:ext cx="1903460" cy="49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58146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s-ES" altLang="es-ES" sz="10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41078" y="6477000"/>
            <a:ext cx="8850923" cy="3810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12192000" cy="647700"/>
          </a:xfrm>
          <a:prstGeom prst="rect">
            <a:avLst/>
          </a:prstGeom>
          <a:solidFill>
            <a:srgbClr val="001A4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0" y="6826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sz="1800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850926" y="6067430"/>
            <a:ext cx="29815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_tradnl" altLang="es-ES" sz="1000" b="1">
                <a:solidFill>
                  <a:srgbClr val="001A48"/>
                </a:solidFill>
              </a:rPr>
              <a:t>www.managementsolutions.com</a:t>
            </a:r>
            <a:endParaRPr lang="en-US" altLang="es-ES" sz="1000" b="1">
              <a:solidFill>
                <a:srgbClr val="001A48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" y="6477000"/>
            <a:ext cx="3341077" cy="381000"/>
          </a:xfrm>
          <a:prstGeom prst="rect">
            <a:avLst/>
          </a:prstGeom>
          <a:solidFill>
            <a:srgbClr val="997D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ctr" eaLnBrk="1" hangingPunct="1"/>
            <a:endParaRPr lang="en-US" altLang="es-ES" sz="1000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3364523" y="3086105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 sz="1800"/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0" y="6491288"/>
            <a:ext cx="263378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0" rIns="0" anchor="ctr"/>
          <a:lstStyle>
            <a:lvl1pPr marL="101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 lang="es-ES" altLang="es-ES" sz="1200" b="1">
                <a:solidFill>
                  <a:schemeClr val="bg1"/>
                </a:solidFill>
              </a:rPr>
              <a:t>Entidades Financieras</a:t>
            </a:r>
            <a:endParaRPr lang="en-US" altLang="es-ES" sz="1200" b="1">
              <a:solidFill>
                <a:schemeClr val="bg1"/>
              </a:solidFill>
            </a:endParaRPr>
          </a:p>
        </p:txBody>
      </p:sp>
      <p:pic>
        <p:nvPicPr>
          <p:cNvPr id="15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8970" y="1120775"/>
            <a:ext cx="2727569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0926" y="1120775"/>
            <a:ext cx="2725616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3387972" y="3028955"/>
            <a:ext cx="7877908" cy="14763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s-ES" noProof="0"/>
              <a:t>Click to edit Master title style</a:t>
            </a:r>
            <a:endParaRPr lang="es-ES_tradnl" altLang="es-ES" noProof="0"/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87972" y="4524375"/>
            <a:ext cx="7971692" cy="9207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rgbClr val="997D00"/>
                </a:solidFill>
              </a:defRPr>
            </a:lvl1pPr>
          </a:lstStyle>
          <a:p>
            <a:pPr lvl="0"/>
            <a:r>
              <a:rPr lang="en-US" altLang="es-ES" noProof="0"/>
              <a:t>Click to edit Master subtitle style</a:t>
            </a:r>
            <a:endParaRPr lang="es-ES_tradnl" altLang="es-ES" noProof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684" y="1314131"/>
            <a:ext cx="3262406" cy="69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484430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83144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47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68006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7124" y="1303338"/>
            <a:ext cx="50487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43434" y="1303338"/>
            <a:ext cx="505069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72245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7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7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96" y="1535113"/>
            <a:ext cx="53887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96" y="2174875"/>
            <a:ext cx="53887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215730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8167353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3482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247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84" y="273055"/>
            <a:ext cx="681501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9090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685665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22056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7001" y="361950"/>
            <a:ext cx="2577122" cy="5056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3681" y="361950"/>
            <a:ext cx="7545754" cy="5056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64330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92876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5349213"/>
            <a:ext cx="12192000" cy="1508787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9072331" y="6441758"/>
            <a:ext cx="2979616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>
              <a:defRPr/>
            </a:pPr>
            <a:r>
              <a:rPr lang="es-ES_tradnl" sz="1200" b="1">
                <a:solidFill>
                  <a:schemeClr val="bg1"/>
                </a:solidFill>
              </a:rPr>
              <a:t>www.managementsolutions.com 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5" name="Line 23"/>
          <p:cNvSpPr>
            <a:spLocks noChangeShapeType="1"/>
          </p:cNvSpPr>
          <p:nvPr userDrawn="1"/>
        </p:nvSpPr>
        <p:spPr bwMode="gray">
          <a:xfrm>
            <a:off x="0" y="5349213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414" y="1028733"/>
            <a:ext cx="2309284" cy="1081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4511824" y="2957076"/>
            <a:ext cx="316835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333" b="1">
                <a:solidFill>
                  <a:schemeClr val="bg2"/>
                </a:solidFill>
                <a:latin typeface="Segoe Print" panose="02000600000000000000" pitchFamily="2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68973648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30407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893"/>
            <a:ext cx="12192000" cy="5807107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10124690" y="876491"/>
            <a:ext cx="1827961" cy="8243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>
              <a:latin typeface="+mj-lt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1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ES_tradnl" sz="2667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auto">
          <a:xfrm>
            <a:off x="3341077" y="6477000"/>
            <a:ext cx="8850923" cy="3810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21" name="Rectangle 15"/>
          <p:cNvSpPr>
            <a:spLocks noChangeArrowheads="1"/>
          </p:cNvSpPr>
          <p:nvPr userDrawn="1"/>
        </p:nvSpPr>
        <p:spPr bwMode="auto">
          <a:xfrm>
            <a:off x="7145073" y="6441758"/>
            <a:ext cx="2979616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>
              <a:defRPr/>
            </a:pPr>
            <a:r>
              <a:rPr lang="es-ES_tradnl" sz="1200" b="1">
                <a:solidFill>
                  <a:schemeClr val="bg1"/>
                </a:solidFill>
              </a:rPr>
              <a:t>www.managementsolutions.com 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>
            <a:spLocks noChangeArrowheads="1"/>
          </p:cNvSpPr>
          <p:nvPr userDrawn="1"/>
        </p:nvSpPr>
        <p:spPr bwMode="auto">
          <a:xfrm>
            <a:off x="0" y="6477000"/>
            <a:ext cx="3341077" cy="381000"/>
          </a:xfrm>
          <a:prstGeom prst="rect">
            <a:avLst/>
          </a:prstGeom>
          <a:solidFill>
            <a:srgbClr val="997D00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 algn="ctr">
              <a:defRPr/>
            </a:pPr>
            <a:endParaRPr lang="en-US" sz="1200"/>
          </a:p>
        </p:txBody>
      </p:sp>
      <p:sp>
        <p:nvSpPr>
          <p:cNvPr id="23" name="Rectangle 7"/>
          <p:cNvSpPr>
            <a:spLocks noChangeArrowheads="1"/>
          </p:cNvSpPr>
          <p:nvPr userDrawn="1"/>
        </p:nvSpPr>
        <p:spPr bwMode="gray">
          <a:xfrm>
            <a:off x="9840417" y="6486526"/>
            <a:ext cx="2024895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3900" tIns="51951" rIns="103900" bIns="51951" anchor="b"/>
          <a:lstStyle/>
          <a:p>
            <a:pPr algn="r"/>
            <a:r>
              <a:rPr lang="es-ES" sz="1200">
                <a:solidFill>
                  <a:schemeClr val="bg1"/>
                </a:solidFill>
              </a:rPr>
              <a:t>Noviembre de 2025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5" name="Rectangle 45"/>
          <p:cNvSpPr>
            <a:spLocks noChangeArrowheads="1"/>
          </p:cNvSpPr>
          <p:nvPr userDrawn="1"/>
        </p:nvSpPr>
        <p:spPr bwMode="auto">
          <a:xfrm>
            <a:off x="155321" y="6491288"/>
            <a:ext cx="2633784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409056" tIns="51951" rIns="0" bIns="51951" anchor="ctr"/>
          <a:lstStyle/>
          <a:p>
            <a:pPr marL="0" indent="0" algn="ctr">
              <a:defRPr/>
            </a:pPr>
            <a:r>
              <a:rPr lang="es-ES" sz="1600" b="1">
                <a:solidFill>
                  <a:schemeClr val="bg1"/>
                </a:solidFill>
              </a:rPr>
              <a:t>Entidades Financieras</a:t>
            </a:r>
            <a:endParaRPr lang="en-US" sz="1600" b="1">
              <a:solidFill>
                <a:schemeClr val="bg1"/>
              </a:solidFill>
            </a:endParaRPr>
          </a:p>
        </p:txBody>
      </p:sp>
      <p:sp>
        <p:nvSpPr>
          <p:cNvPr id="26" name="Line 48"/>
          <p:cNvSpPr>
            <a:spLocks noChangeShapeType="1"/>
          </p:cNvSpPr>
          <p:nvPr userDrawn="1"/>
        </p:nvSpPr>
        <p:spPr bwMode="gray">
          <a:xfrm flipH="1">
            <a:off x="10279703" y="6565900"/>
            <a:ext cx="0" cy="228600"/>
          </a:xfrm>
          <a:prstGeom prst="line">
            <a:avLst/>
          </a:prstGeom>
          <a:noFill/>
          <a:ln w="25400">
            <a:solidFill>
              <a:srgbClr val="997D00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647700"/>
          </a:xfrm>
          <a:prstGeom prst="rect">
            <a:avLst/>
          </a:prstGeom>
          <a:solidFill>
            <a:srgbClr val="001A48"/>
          </a:solidFill>
          <a:ln w="9525">
            <a:noFill/>
            <a:miter lim="800000"/>
          </a:ln>
          <a:effectLst/>
        </p:spPr>
        <p:txBody>
          <a:bodyPr wrap="none" lIns="103900" tIns="51951" rIns="103900" bIns="51951" anchor="ctr"/>
          <a:lstStyle/>
          <a:p>
            <a:pPr>
              <a:defRPr/>
            </a:pPr>
            <a:endParaRPr lang="es-ES" sz="2400"/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gray">
          <a:xfrm>
            <a:off x="0" y="657225"/>
            <a:ext cx="1219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</a:ln>
          <a:effectLst/>
        </p:spPr>
        <p:txBody>
          <a:bodyPr lIns="103900" tIns="51951" rIns="103900" bIns="51951"/>
          <a:lstStyle/>
          <a:p>
            <a:pPr>
              <a:defRPr/>
            </a:pPr>
            <a:endParaRPr lang="es-ES" sz="2400"/>
          </a:p>
        </p:txBody>
      </p:sp>
      <p:sp>
        <p:nvSpPr>
          <p:cNvPr id="30" name="Rectangle 12"/>
          <p:cNvSpPr>
            <a:spLocks noChangeArrowheads="1"/>
          </p:cNvSpPr>
          <p:nvPr userDrawn="1"/>
        </p:nvSpPr>
        <p:spPr bwMode="auto">
          <a:xfrm rot="16200000">
            <a:off x="-2666291" y="3467850"/>
            <a:ext cx="5682325" cy="2280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900" tIns="51951" rIns="103900" bIns="51951">
            <a:spAutoFit/>
          </a:bodyPr>
          <a:lstStyle/>
          <a:p>
            <a:pPr algn="r">
              <a:defRPr/>
            </a:pPr>
            <a:r>
              <a:rPr lang="es-ES" sz="800">
                <a:solidFill>
                  <a:schemeClr val="bg1"/>
                </a:solidFill>
              </a:rPr>
              <a:t> </a:t>
            </a:r>
            <a:r>
              <a:rPr lang="es-ES_tradnl" sz="800">
                <a:solidFill>
                  <a:schemeClr val="bg1"/>
                </a:solidFill>
              </a:rPr>
              <a:t>©</a:t>
            </a:r>
            <a:r>
              <a:rPr lang="es-ES" sz="800">
                <a:solidFill>
                  <a:schemeClr val="bg1"/>
                </a:solidFill>
              </a:rPr>
              <a:t> Management </a:t>
            </a:r>
            <a:r>
              <a:rPr lang="en-GB" sz="800" noProof="0">
                <a:solidFill>
                  <a:schemeClr val="bg1"/>
                </a:solidFill>
              </a:rPr>
              <a:t>Solutions</a:t>
            </a:r>
            <a:r>
              <a:rPr lang="es-ES" sz="800">
                <a:solidFill>
                  <a:schemeClr val="bg1"/>
                </a:solidFill>
              </a:rPr>
              <a:t> 2025. </a:t>
            </a:r>
            <a:r>
              <a:rPr lang="es-ES_tradnl" sz="800" noProof="0">
                <a:solidFill>
                  <a:schemeClr val="bg1"/>
                </a:solidFill>
              </a:rPr>
              <a:t>Todos los derechos reservados.</a:t>
            </a:r>
            <a:endParaRPr lang="en-GB" sz="800" noProof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 userDrawn="1"/>
        </p:nvSpPr>
        <p:spPr bwMode="auto">
          <a:xfrm>
            <a:off x="5327915" y="4869160"/>
            <a:ext cx="6864085" cy="1274024"/>
          </a:xfrm>
          <a:prstGeom prst="rect">
            <a:avLst/>
          </a:prstGeom>
          <a:solidFill>
            <a:schemeClr val="bg1">
              <a:alpha val="73000"/>
            </a:schemeClr>
          </a:solidFill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rot="0" spcFirstLastPara="0" vertOverflow="overflow" horzOverflow="overflow" vert="horz" wrap="none" lIns="103900" tIns="51951" rIns="103900" bIns="5195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s-ES" sz="1333"/>
          </a:p>
        </p:txBody>
      </p:sp>
      <p:pic>
        <p:nvPicPr>
          <p:cNvPr id="32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16119" y="898388"/>
            <a:ext cx="1639885" cy="768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7F92A2-407F-914C-F60D-6524481A3CB7}"/>
              </a:ext>
            </a:extLst>
          </p:cNvPr>
          <p:cNvSpPr/>
          <p:nvPr userDrawn="1"/>
        </p:nvSpPr>
        <p:spPr>
          <a:xfrm>
            <a:off x="8145584" y="879430"/>
            <a:ext cx="1827961" cy="8243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400">
              <a:latin typeface="+mj-lt"/>
            </a:endParaRPr>
          </a:p>
        </p:txBody>
      </p:sp>
      <p:pic>
        <p:nvPicPr>
          <p:cNvPr id="8" name="Picture 396">
            <a:extLst>
              <a:ext uri="{FF2B5EF4-FFF2-40B4-BE49-F238E27FC236}">
                <a16:creationId xmlns:a16="http://schemas.microsoft.com/office/drawing/2014/main" id="{5B00B500-A399-752F-2357-4606205EAA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5900" y1="40429" x2="35900" y2="40429"/>
                        <a14:foregroundMark x1="40700" y1="39857" x2="42800" y2="37429"/>
                        <a14:foregroundMark x1="34400" y1="37714" x2="70800" y2="61571"/>
                        <a14:foregroundMark x1="70800" y1="61571" x2="62800" y2="54571"/>
                        <a14:foregroundMark x1="55900" y1="38000" x2="65400" y2="44857"/>
                        <a14:foregroundMark x1="33800" y1="51000" x2="37300" y2="53286"/>
                        <a14:foregroundMark x1="40300" y1="49143" x2="39000" y2="61714"/>
                        <a14:foregroundMark x1="75300" y1="51000" x2="87900" y2="54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0804" y="595319"/>
            <a:ext cx="2017521" cy="141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02560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648963a9e2_0_104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Calibri"/>
              <a:buNone/>
              <a:defRPr sz="6933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200"/>
              <a:buFont typeface="Arial"/>
              <a:buNone/>
              <a:defRPr sz="6933"/>
            </a:lvl9pPr>
          </a:lstStyle>
          <a:p>
            <a:endParaRPr/>
          </a:p>
        </p:txBody>
      </p:sp>
      <p:sp>
        <p:nvSpPr>
          <p:cNvPr id="523" name="Google Shape;523;g648963a9e2_0_104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Calibri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24" name="Google Shape;524;g648963a9e2_0_10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527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slideLayout" Target="../slideLayouts/slideLayout30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1027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7124" y="1303338"/>
            <a:ext cx="1028700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text styles</a:t>
            </a:r>
          </a:p>
          <a:p>
            <a:pPr lvl="1"/>
            <a:r>
              <a:rPr lang="en-US" altLang="es-ES"/>
              <a:t>Second level</a:t>
            </a:r>
          </a:p>
          <a:p>
            <a:pPr lvl="2"/>
            <a:r>
              <a:rPr lang="en-US" altLang="es-ES"/>
              <a:t>Third level</a:t>
            </a:r>
          </a:p>
          <a:p>
            <a:pPr lvl="3"/>
            <a:r>
              <a:rPr lang="en-US" altLang="es-ES"/>
              <a:t>Fourth level</a:t>
            </a:r>
          </a:p>
          <a:p>
            <a:pPr lvl="4"/>
            <a:r>
              <a:rPr lang="en-US" altLang="es-ES"/>
              <a:t>Fifth level</a:t>
            </a:r>
          </a:p>
        </p:txBody>
      </p:sp>
      <p:sp>
        <p:nvSpPr>
          <p:cNvPr id="1028" name="Rectangle 42"/>
          <p:cNvSpPr>
            <a:spLocks noChangeArrowheads="1"/>
          </p:cNvSpPr>
          <p:nvPr/>
        </p:nvSpPr>
        <p:spPr bwMode="gray">
          <a:xfrm>
            <a:off x="5341818" y="6681791"/>
            <a:ext cx="2924908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>
              <a:defRPr/>
            </a:pPr>
            <a:r>
              <a:rPr lang="es-ES" altLang="es-ES" sz="600">
                <a:solidFill>
                  <a:schemeClr val="bg1"/>
                </a:solidFill>
                <a:cs typeface="+mn-cs"/>
              </a:rPr>
              <a:t> </a:t>
            </a:r>
            <a:r>
              <a:rPr lang="es-ES_tradnl" altLang="es-ES" sz="600">
                <a:solidFill>
                  <a:schemeClr val="bg1"/>
                </a:solidFill>
                <a:cs typeface="+mn-cs"/>
              </a:rPr>
              <a:t>©</a:t>
            </a:r>
            <a:r>
              <a:rPr lang="es-ES" altLang="es-ES" sz="600">
                <a:solidFill>
                  <a:schemeClr val="bg1"/>
                </a:solidFill>
                <a:cs typeface="+mn-cs"/>
              </a:rPr>
              <a:t>  Management Solutions  2008. Todos los derechos reservados </a:t>
            </a:r>
          </a:p>
        </p:txBody>
      </p:sp>
      <p:sp>
        <p:nvSpPr>
          <p:cNvPr id="1029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1283682" y="361950"/>
            <a:ext cx="988841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title style</a:t>
            </a:r>
          </a:p>
        </p:txBody>
      </p:sp>
      <p:grpSp>
        <p:nvGrpSpPr>
          <p:cNvPr id="1030" name="Group 54"/>
          <p:cNvGrpSpPr/>
          <p:nvPr/>
        </p:nvGrpSpPr>
        <p:grpSpPr>
          <a:xfrm>
            <a:off x="0" y="5"/>
            <a:ext cx="12192000" cy="327025"/>
            <a:chOff x="0" y="0"/>
            <a:chExt cx="6240" cy="206"/>
          </a:xfrm>
        </p:grpSpPr>
        <p:sp>
          <p:nvSpPr>
            <p:cNvPr id="1034" name="Rectangle 55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9pPr>
            </a:lstStyle>
            <a:p>
              <a:pPr algn="ctr" eaLnBrk="1" hangingPunct="1"/>
              <a:endParaRPr lang="en-US" altLang="es-ES" sz="2000">
                <a:solidFill>
                  <a:schemeClr val="bg1"/>
                </a:solidFill>
              </a:endParaRPr>
            </a:p>
          </p:txBody>
        </p:sp>
        <p:sp>
          <p:nvSpPr>
            <p:cNvPr id="1035" name="Line 56"/>
            <p:cNvSpPr>
              <a:spLocks noChangeShapeType="1"/>
            </p:cNvSpPr>
            <p:nvPr userDrawn="1"/>
          </p:nvSpPr>
          <p:spPr bwMode="gray">
            <a:xfrm>
              <a:off x="0" y="206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 sz="1800"/>
            </a:p>
          </p:txBody>
        </p:sp>
      </p:grpSp>
      <p:pic>
        <p:nvPicPr>
          <p:cNvPr id="1031" name="Picture 5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834" y="6570668"/>
            <a:ext cx="2211754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2" name="Rectangle 61"/>
          <p:cNvSpPr>
            <a:spLocks noChangeArrowheads="1"/>
          </p:cNvSpPr>
          <p:nvPr/>
        </p:nvSpPr>
        <p:spPr bwMode="auto">
          <a:xfrm>
            <a:off x="8313617" y="6656388"/>
            <a:ext cx="371426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" altLang="es-ES" sz="600">
                <a:solidFill>
                  <a:srgbClr val="997D00"/>
                </a:solidFill>
              </a:rPr>
              <a:t>|  </a:t>
            </a:r>
            <a:r>
              <a:rPr lang="es-ES" altLang="es-ES" sz="800">
                <a:solidFill>
                  <a:srgbClr val="997D00"/>
                </a:solidFill>
              </a:rPr>
              <a:t>Página </a:t>
            </a:r>
            <a:fld id="{714C7DFB-E309-44C9-9AF5-33BA1CA47A31}" type="slidenum">
              <a:rPr lang="es-ES" altLang="es-ES" sz="800">
                <a:solidFill>
                  <a:srgbClr val="997D00"/>
                </a:solidFill>
              </a:rPr>
              <a:pPr algn="r" eaLnBrk="1" hangingPunct="1"/>
              <a:t>‹#›</a:t>
            </a:fld>
            <a:endParaRPr lang="en-US" altLang="es-ES" sz="800">
              <a:solidFill>
                <a:srgbClr val="997D00"/>
              </a:solidFill>
            </a:endParaRPr>
          </a:p>
          <a:p>
            <a:pPr algn="r" eaLnBrk="1" hangingPunct="1"/>
            <a:endParaRPr lang="es-ES" altLang="es-ES" sz="600">
              <a:solidFill>
                <a:schemeClr val="hlink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7266" y="6557416"/>
            <a:ext cx="1299022" cy="22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7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61" r:id="rId13"/>
    <p:sldLayoutId id="2147483662" r:id="rId14"/>
    <p:sldLayoutId id="2147483663" r:id="rId15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9pPr>
    </p:titleStyle>
    <p:bodyStyle>
      <a:lvl1pPr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Webdings" pitchFamily="18" charset="2"/>
        <a:buChar char="4"/>
        <a:defRPr sz="1600">
          <a:solidFill>
            <a:schemeClr val="tx1"/>
          </a:solidFill>
          <a:latin typeface="+mn-lt"/>
        </a:defRPr>
      </a:lvl2pPr>
      <a:lvl3pPr marL="660400" indent="-889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3pPr>
      <a:lvl4pPr marL="996950" indent="-14605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4pPr>
      <a:lvl5pPr marL="13779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5pPr>
      <a:lvl6pPr marL="18351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6pPr>
      <a:lvl7pPr marL="22923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7pPr>
      <a:lvl8pPr marL="27495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8pPr>
      <a:lvl9pPr marL="32067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/>
          <p:cNvSpPr>
            <a:spLocks noChangeArrowheads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endParaRPr lang="es-ES" altLang="es-ES" sz="1000"/>
          </a:p>
        </p:txBody>
      </p:sp>
      <p:sp>
        <p:nvSpPr>
          <p:cNvPr id="1027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7124" y="1303338"/>
            <a:ext cx="1028700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text styles</a:t>
            </a:r>
          </a:p>
          <a:p>
            <a:pPr lvl="1"/>
            <a:r>
              <a:rPr lang="en-US" altLang="es-ES"/>
              <a:t>Second level</a:t>
            </a:r>
          </a:p>
          <a:p>
            <a:pPr lvl="2"/>
            <a:r>
              <a:rPr lang="en-US" altLang="es-ES"/>
              <a:t>Third level</a:t>
            </a:r>
          </a:p>
          <a:p>
            <a:pPr lvl="3"/>
            <a:r>
              <a:rPr lang="en-US" altLang="es-ES"/>
              <a:t>Fourth level</a:t>
            </a:r>
          </a:p>
          <a:p>
            <a:pPr lvl="4"/>
            <a:r>
              <a:rPr lang="en-US" altLang="es-ES"/>
              <a:t>Fifth level</a:t>
            </a:r>
          </a:p>
        </p:txBody>
      </p:sp>
      <p:sp>
        <p:nvSpPr>
          <p:cNvPr id="1028" name="Rectangle 42"/>
          <p:cNvSpPr>
            <a:spLocks noChangeArrowheads="1"/>
          </p:cNvSpPr>
          <p:nvPr/>
        </p:nvSpPr>
        <p:spPr bwMode="gray">
          <a:xfrm>
            <a:off x="5341818" y="6681791"/>
            <a:ext cx="2924908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>
              <a:defRPr/>
            </a:pPr>
            <a:r>
              <a:rPr lang="es-ES" altLang="es-ES" sz="600">
                <a:solidFill>
                  <a:schemeClr val="bg1"/>
                </a:solidFill>
                <a:cs typeface="+mn-cs"/>
              </a:rPr>
              <a:t> </a:t>
            </a:r>
            <a:r>
              <a:rPr lang="es-ES_tradnl" altLang="es-ES" sz="600">
                <a:solidFill>
                  <a:schemeClr val="bg1"/>
                </a:solidFill>
                <a:cs typeface="+mn-cs"/>
              </a:rPr>
              <a:t>©</a:t>
            </a:r>
            <a:r>
              <a:rPr lang="es-ES" altLang="es-ES" sz="600">
                <a:solidFill>
                  <a:schemeClr val="bg1"/>
                </a:solidFill>
                <a:cs typeface="+mn-cs"/>
              </a:rPr>
              <a:t>  Management Solutions  2008. Todos los derechos reservados </a:t>
            </a:r>
          </a:p>
        </p:txBody>
      </p:sp>
      <p:sp>
        <p:nvSpPr>
          <p:cNvPr id="1029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1283682" y="361950"/>
            <a:ext cx="988841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Click to edit Master title style</a:t>
            </a:r>
          </a:p>
        </p:txBody>
      </p:sp>
      <p:grpSp>
        <p:nvGrpSpPr>
          <p:cNvPr id="1030" name="Group 54"/>
          <p:cNvGrpSpPr/>
          <p:nvPr/>
        </p:nvGrpSpPr>
        <p:grpSpPr>
          <a:xfrm>
            <a:off x="0" y="5"/>
            <a:ext cx="12192000" cy="327025"/>
            <a:chOff x="0" y="0"/>
            <a:chExt cx="6240" cy="206"/>
          </a:xfrm>
        </p:grpSpPr>
        <p:sp>
          <p:nvSpPr>
            <p:cNvPr id="1034" name="Rectangle 55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Arial"/>
                  <a:cs typeface="Arial"/>
                </a:defRPr>
              </a:lvl9pPr>
            </a:lstStyle>
            <a:p>
              <a:pPr algn="ctr" eaLnBrk="1" hangingPunct="1"/>
              <a:endParaRPr lang="en-US" altLang="es-ES" sz="2000">
                <a:solidFill>
                  <a:schemeClr val="bg1"/>
                </a:solidFill>
              </a:endParaRPr>
            </a:p>
          </p:txBody>
        </p:sp>
        <p:sp>
          <p:nvSpPr>
            <p:cNvPr id="1035" name="Line 56"/>
            <p:cNvSpPr>
              <a:spLocks noChangeShapeType="1"/>
            </p:cNvSpPr>
            <p:nvPr userDrawn="1"/>
          </p:nvSpPr>
          <p:spPr bwMode="gray">
            <a:xfrm>
              <a:off x="0" y="206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 sz="1800"/>
            </a:p>
          </p:txBody>
        </p:sp>
      </p:grpSp>
      <p:pic>
        <p:nvPicPr>
          <p:cNvPr id="1031" name="Picture 5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834" y="6570668"/>
            <a:ext cx="2211754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2" name="Rectangle 61"/>
          <p:cNvSpPr>
            <a:spLocks noChangeArrowheads="1"/>
          </p:cNvSpPr>
          <p:nvPr/>
        </p:nvSpPr>
        <p:spPr bwMode="auto">
          <a:xfrm>
            <a:off x="8313617" y="6656388"/>
            <a:ext cx="371426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/>
                <a:cs typeface="Arial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algn="r" eaLnBrk="1" hangingPunct="1"/>
            <a:r>
              <a:rPr lang="es-ES" altLang="es-ES" sz="600">
                <a:solidFill>
                  <a:srgbClr val="997D00"/>
                </a:solidFill>
              </a:rPr>
              <a:t>|  </a:t>
            </a:r>
            <a:r>
              <a:rPr lang="es-ES" altLang="es-ES" sz="800">
                <a:solidFill>
                  <a:srgbClr val="997D00"/>
                </a:solidFill>
              </a:rPr>
              <a:t>Página </a:t>
            </a:r>
            <a:fld id="{714C7DFB-E309-44C9-9AF5-33BA1CA47A31}" type="slidenum">
              <a:rPr lang="es-ES" altLang="es-ES" sz="800">
                <a:solidFill>
                  <a:srgbClr val="997D00"/>
                </a:solidFill>
              </a:rPr>
              <a:pPr algn="r" eaLnBrk="1" hangingPunct="1"/>
              <a:t>‹#›</a:t>
            </a:fld>
            <a:endParaRPr lang="en-US" altLang="es-ES" sz="800">
              <a:solidFill>
                <a:srgbClr val="997D00"/>
              </a:solidFill>
            </a:endParaRPr>
          </a:p>
          <a:p>
            <a:pPr algn="r" eaLnBrk="1" hangingPunct="1"/>
            <a:endParaRPr lang="es-ES" altLang="es-ES" sz="600">
              <a:solidFill>
                <a:schemeClr val="hlink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7266" y="6557416"/>
            <a:ext cx="1299022" cy="22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987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1A48"/>
          </a:solidFill>
          <a:latin typeface="Arial" pitchFamily="34" charset="0"/>
        </a:defRPr>
      </a:lvl9pPr>
    </p:titleStyle>
    <p:bodyStyle>
      <a:lvl1pPr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Webdings" pitchFamily="18" charset="2"/>
        <a:buChar char="4"/>
        <a:defRPr sz="1600">
          <a:solidFill>
            <a:schemeClr val="tx1"/>
          </a:solidFill>
          <a:latin typeface="+mn-lt"/>
        </a:defRPr>
      </a:lvl2pPr>
      <a:lvl3pPr marL="660400" indent="-889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3pPr>
      <a:lvl4pPr marL="996950" indent="-14605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4pPr>
      <a:lvl5pPr marL="13779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/>
        <a:buChar char="-"/>
        <a:defRPr sz="1600">
          <a:solidFill>
            <a:schemeClr val="tx1"/>
          </a:solidFill>
          <a:latin typeface="+mn-lt"/>
        </a:defRPr>
      </a:lvl5pPr>
      <a:lvl6pPr marL="18351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6pPr>
      <a:lvl7pPr marL="22923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7pPr>
      <a:lvl8pPr marL="27495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8pPr>
      <a:lvl9pPr marL="3206750" indent="-190500" algn="l" rtl="0" eaLnBrk="1" fontAlgn="base" hangingPunct="1">
        <a:lnSpc>
          <a:spcPct val="102000"/>
        </a:lnSpc>
        <a:spcBef>
          <a:spcPct val="50000"/>
        </a:spcBef>
        <a:spcAft>
          <a:spcPct val="0"/>
        </a:spcAft>
        <a:buClr>
          <a:srgbClr val="997D00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8" y="2118"/>
            <a:ext cx="2117" cy="2117"/>
          </a:xfrm>
          <a:prstGeom prst="rect">
            <a:avLst/>
          </a:prstGeom>
        </p:spPr>
      </p:pic>
      <p:sp>
        <p:nvSpPr>
          <p:cNvPr id="2" name="Rectangle 1" hidden="1"/>
          <p:cNvSpPr/>
          <p:nvPr userDrawn="1">
            <p:custDataLst>
              <p:tags r:id="rId7"/>
            </p:custDataLst>
          </p:nvPr>
        </p:nvSpPr>
        <p:spPr bwMode="auto">
          <a:xfrm>
            <a:off x="-17319" y="-140388"/>
            <a:ext cx="246308" cy="49244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0" tIns="0" rIns="0" bIns="0" rtlCol="0" anchor="ctr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933" b="0" i="0" baseline="0"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white">
          <a:xfrm>
            <a:off x="2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67" name="Text Box 43"/>
          <p:cNvSpPr txBox="1">
            <a:spLocks noChangeArrowheads="1"/>
          </p:cNvSpPr>
          <p:nvPr/>
        </p:nvSpPr>
        <p:spPr bwMode="gray">
          <a:xfrm>
            <a:off x="10496064" y="6611939"/>
            <a:ext cx="1594339" cy="256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067">
                <a:solidFill>
                  <a:srgbClr val="FFFFFF"/>
                </a:solidFill>
                <a:sym typeface="Wingdings" pitchFamily="2" charset="2"/>
              </a:rPr>
              <a:t>   Página </a:t>
            </a:r>
            <a:fld id="{604FF6F4-BDF1-458E-B6A2-2CACB65D2DB5}" type="slidenum">
              <a:rPr lang="es-ES" sz="1067">
                <a:solidFill>
                  <a:srgbClr val="FFFFFF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67">
              <a:solidFill>
                <a:srgbClr val="FFFFFF"/>
              </a:solidFill>
              <a:sym typeface="Wingdings" pitchFamily="2" charset="2"/>
            </a:endParaRPr>
          </a:p>
        </p:txBody>
      </p:sp>
      <p:sp>
        <p:nvSpPr>
          <p:cNvPr id="61445" name="Rectangle 59"/>
          <p:cNvSpPr>
            <a:spLocks noGrp="1" noChangeArrowheads="1"/>
          </p:cNvSpPr>
          <p:nvPr>
            <p:ph type="title"/>
          </p:nvPr>
        </p:nvSpPr>
        <p:spPr bwMode="gray">
          <a:xfrm>
            <a:off x="521731" y="333375"/>
            <a:ext cx="8655539" cy="7429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1446" name="Rectangle 6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1754" y="1417639"/>
            <a:ext cx="11240476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grpSp>
        <p:nvGrpSpPr>
          <p:cNvPr id="61447" name="Group 61"/>
          <p:cNvGrpSpPr/>
          <p:nvPr/>
        </p:nvGrpSpPr>
        <p:grpSpPr>
          <a:xfrm>
            <a:off x="20" y="0"/>
            <a:ext cx="12192000" cy="298451"/>
            <a:chOff x="0" y="0"/>
            <a:chExt cx="6240" cy="188"/>
          </a:xfrm>
        </p:grpSpPr>
        <p:sp>
          <p:nvSpPr>
            <p:cNvPr id="1086" name="Rectangle 62"/>
            <p:cNvSpPr>
              <a:spLocks noChangeArrowheads="1"/>
            </p:cNvSpPr>
            <p:nvPr userDrawn="1"/>
          </p:nvSpPr>
          <p:spPr bwMode="auto">
            <a:xfrm flipV="1">
              <a:off x="0" y="0"/>
              <a:ext cx="6240" cy="180"/>
            </a:xfrm>
            <a:prstGeom prst="rect">
              <a:avLst/>
            </a:prstGeom>
            <a:solidFill>
              <a:srgbClr val="001A48"/>
            </a:solidFill>
            <a:ln w="9525">
              <a:noFill/>
              <a:miter lim="800000"/>
            </a:ln>
            <a:effectLst/>
          </p:spPr>
          <p:txBody>
            <a:bodyPr rot="10800000"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667">
                <a:solidFill>
                  <a:srgbClr val="FFFFFF"/>
                </a:solidFill>
                <a:sym typeface="Wingdings" pitchFamily="2" charset="2"/>
              </a:endParaRPr>
            </a:p>
          </p:txBody>
        </p:sp>
        <p:sp>
          <p:nvSpPr>
            <p:cNvPr id="1087" name="Line 63"/>
            <p:cNvSpPr>
              <a:spLocks noChangeShapeType="1"/>
            </p:cNvSpPr>
            <p:nvPr userDrawn="1"/>
          </p:nvSpPr>
          <p:spPr bwMode="gray">
            <a:xfrm>
              <a:off x="0" y="188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ES" sz="1600" b="1">
                <a:solidFill>
                  <a:srgbClr val="000000"/>
                </a:solidFill>
                <a:sym typeface="Wingdings" pitchFamily="2" charset="2"/>
              </a:endParaRPr>
            </a:p>
          </p:txBody>
        </p:sp>
      </p:grpSp>
      <p:sp>
        <p:nvSpPr>
          <p:cNvPr id="1088" name="Text Box 64"/>
          <p:cNvSpPr txBox="1">
            <a:spLocks noChangeArrowheads="1"/>
          </p:cNvSpPr>
          <p:nvPr/>
        </p:nvSpPr>
        <p:spPr bwMode="gray">
          <a:xfrm>
            <a:off x="10496064" y="6581459"/>
            <a:ext cx="1594339" cy="256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067">
                <a:solidFill>
                  <a:srgbClr val="808080"/>
                </a:solidFill>
                <a:sym typeface="Wingdings" pitchFamily="2" charset="2"/>
              </a:rPr>
              <a:t>   Página </a:t>
            </a:r>
            <a:fld id="{01481FC6-969E-48EC-A3B1-A4B6D7C06B78}" type="slidenum">
              <a:rPr lang="es-ES" sz="1067">
                <a:solidFill>
                  <a:srgbClr val="808080"/>
                </a:solidFill>
                <a:sym typeface="Wingdings" pitchFamily="2" charset="2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67">
              <a:solidFill>
                <a:srgbClr val="808080"/>
              </a:solidFill>
              <a:sym typeface="Wingdings" pitchFamily="2" charset="2"/>
            </a:endParaRPr>
          </a:p>
        </p:txBody>
      </p:sp>
      <p:sp>
        <p:nvSpPr>
          <p:cNvPr id="1089" name="Line 65"/>
          <p:cNvSpPr>
            <a:spLocks noChangeShapeType="1"/>
          </p:cNvSpPr>
          <p:nvPr/>
        </p:nvSpPr>
        <p:spPr bwMode="auto">
          <a:xfrm flipH="1">
            <a:off x="11306908" y="6673970"/>
            <a:ext cx="0" cy="100013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1600" b="1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1091" name="Rectangle 67"/>
          <p:cNvSpPr>
            <a:spLocks noChangeArrowheads="1"/>
          </p:cNvSpPr>
          <p:nvPr/>
        </p:nvSpPr>
        <p:spPr bwMode="gray">
          <a:xfrm>
            <a:off x="8102675" y="6670161"/>
            <a:ext cx="3145692" cy="1231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800">
                <a:solidFill>
                  <a:srgbClr val="808080"/>
                </a:solidFill>
                <a:sym typeface="Wingdings" pitchFamily="2" charset="2"/>
              </a:rPr>
              <a:t> </a:t>
            </a:r>
            <a:r>
              <a:rPr lang="es-ES_tradnl" sz="800">
                <a:solidFill>
                  <a:srgbClr val="808080"/>
                </a:solidFill>
                <a:sym typeface="Wingdings" pitchFamily="2" charset="2"/>
              </a:rPr>
              <a:t>©</a:t>
            </a:r>
            <a:r>
              <a:rPr lang="es-ES" sz="800">
                <a:solidFill>
                  <a:srgbClr val="808080"/>
                </a:solidFill>
                <a:sym typeface="Wingdings" pitchFamily="2" charset="2"/>
              </a:rPr>
              <a:t>  Management Solutions  2025. Todos los derechos reservados </a:t>
            </a:r>
          </a:p>
        </p:txBody>
      </p:sp>
      <p:pic>
        <p:nvPicPr>
          <p:cNvPr id="15" name="Picture 19" descr="ManagementSolutions_h_1"/>
          <p:cNvPicPr>
            <a:picLocks noChangeAspect="1" noChangeArrowheads="1"/>
          </p:cNvPicPr>
          <p:nvPr userDrawn="1"/>
        </p:nvPicPr>
        <p:blipFill>
          <a:blip r:embed="rId9"/>
          <a:stretch>
            <a:fillRect/>
          </a:stretch>
        </p:blipFill>
        <p:spPr bwMode="auto">
          <a:xfrm>
            <a:off x="134872" y="6596183"/>
            <a:ext cx="1640648" cy="206375"/>
          </a:xfrm>
          <a:prstGeom prst="rect">
            <a:avLst/>
          </a:prstGeom>
          <a:noFill/>
          <a:ln w="9525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58026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5pPr>
      <a:lvl6pPr marL="609585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6pPr>
      <a:lvl7pPr marL="1219170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7pPr>
      <a:lvl8pPr marL="1828754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8pPr>
      <a:lvl9pPr marL="2438339" algn="l" rtl="0" fontAlgn="base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"/>
        </a:defRPr>
      </a:lvl9pPr>
    </p:titleStyle>
    <p:bodyStyle>
      <a:lvl1pPr marL="457189" indent="-457189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2133">
          <a:solidFill>
            <a:schemeClr val="tx1"/>
          </a:solidFill>
          <a:latin typeface="+mn-lt"/>
          <a:ea typeface="+mn-ea"/>
          <a:cs typeface="+mn-cs"/>
        </a:defRPr>
      </a:lvl1pPr>
      <a:lvl2pPr marL="507987" indent="-253994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2133">
          <a:solidFill>
            <a:schemeClr val="tx1"/>
          </a:solidFill>
          <a:latin typeface="+mn-lt"/>
        </a:defRPr>
      </a:lvl2pPr>
      <a:lvl3pPr marL="880511" indent="-11853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3pPr>
      <a:lvl4pPr marL="1329233" indent="-194728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4pPr>
      <a:lvl5pPr marL="1837221" indent="-253994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5pPr>
      <a:lvl6pPr marL="2446805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6pPr>
      <a:lvl7pPr marL="3056390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7pPr>
      <a:lvl8pPr marL="3665975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8pPr>
      <a:lvl9pPr marL="4275560" indent="-253994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/>
        <a:buChar char="-"/>
        <a:defRPr sz="2133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8B70-6662-24F6-7780-C3AFE111AF13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s-ES_tradnl" sz="3200" b="1"/>
              <a:t>Nueva Solución RNT + ALM + FTP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C0EFA-3AEC-73D9-05F3-0D710719BF36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s-ES_tradnl"/>
              <a:t>Propuesta Estructura de Ficheros – AWS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378AA7-CC72-FBBC-00E2-EB8FE9020BF9}"/>
              </a:ext>
            </a:extLst>
          </p:cNvPr>
          <p:cNvSpPr/>
          <p:nvPr/>
        </p:nvSpPr>
        <p:spPr>
          <a:xfrm>
            <a:off x="0" y="6493933"/>
            <a:ext cx="3327400" cy="352800"/>
          </a:xfrm>
          <a:prstGeom prst="rect">
            <a:avLst/>
          </a:prstGeom>
          <a:solidFill>
            <a:srgbClr val="997D00"/>
          </a:solidFill>
          <a:ln w="3175">
            <a:solidFill>
              <a:srgbClr val="997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_tradnl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Julio 2026</a:t>
            </a:r>
          </a:p>
        </p:txBody>
      </p:sp>
    </p:spTree>
    <p:extLst>
      <p:ext uri="{BB962C8B-B14F-4D97-AF65-F5344CB8AC3E}">
        <p14:creationId xmlns:p14="http://schemas.microsoft.com/office/powerpoint/2010/main" val="29394461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B762-9AAD-D5F8-FC2E-CDA62EEA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BECB1363-EB65-9D5A-0309-B86A22179E0F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B907FC-F754-6A02-0E6D-17CC7922B87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>
                <a:solidFill>
                  <a:srgbClr val="002569"/>
                </a:solidFill>
                <a:latin typeface="Segoe UI Light"/>
              </a:rPr>
              <a:t>Composición</a:t>
            </a:r>
            <a:endParaRPr kumimoji="0" lang="es-ES" sz="2133" b="1" i="0" u="none" strike="noStrike" kern="0" cap="none" spc="0" normalizeH="0" baseline="0" noProof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1" kern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Como se compone la ruta del fichero</a:t>
            </a:r>
            <a:endParaRPr kumimoji="0" lang="es-ES" sz="1600" b="1" i="0" u="none" strike="noStrike" kern="0" cap="none" spc="0" normalizeH="0" baseline="0" noProof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E85CC0-384E-06D7-E049-DE3692CB5AF4}"/>
              </a:ext>
            </a:extLst>
          </p:cNvPr>
          <p:cNvSpPr/>
          <p:nvPr/>
        </p:nvSpPr>
        <p:spPr>
          <a:xfrm>
            <a:off x="4726388" y="1141970"/>
            <a:ext cx="3552908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tx1"/>
                </a:solidFill>
              </a:rPr>
              <a:t>aw-sbx-s3-rnt-1234-5678-9012-data-01/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7E5ADA-CD1D-F4B4-8C7B-E24FD4CF370D}"/>
              </a:ext>
            </a:extLst>
          </p:cNvPr>
          <p:cNvSpPr/>
          <p:nvPr/>
        </p:nvSpPr>
        <p:spPr>
          <a:xfrm>
            <a:off x="2513938" y="1696963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aw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4652CAD-3582-C331-0EFC-19E4FFA81322}"/>
              </a:ext>
            </a:extLst>
          </p:cNvPr>
          <p:cNvSpPr/>
          <p:nvPr/>
        </p:nvSpPr>
        <p:spPr>
          <a:xfrm>
            <a:off x="3707959" y="1696962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sbx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B4E0FF7-C20E-119A-F955-E75918695943}"/>
              </a:ext>
            </a:extLst>
          </p:cNvPr>
          <p:cNvSpPr/>
          <p:nvPr/>
        </p:nvSpPr>
        <p:spPr>
          <a:xfrm>
            <a:off x="4901980" y="1696961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bg1"/>
                </a:solidFill>
              </a:rPr>
              <a:t>s3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33F641C-9B84-7DDD-CEB0-C9903F20684F}"/>
              </a:ext>
            </a:extLst>
          </p:cNvPr>
          <p:cNvSpPr/>
          <p:nvPr/>
        </p:nvSpPr>
        <p:spPr>
          <a:xfrm>
            <a:off x="6096001" y="1696961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rnt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95DA44-F3A4-7B50-3856-D129B1CAE724}"/>
              </a:ext>
            </a:extLst>
          </p:cNvPr>
          <p:cNvSpPr/>
          <p:nvPr/>
        </p:nvSpPr>
        <p:spPr>
          <a:xfrm>
            <a:off x="7290022" y="1696960"/>
            <a:ext cx="2678014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tx1"/>
                </a:solidFill>
              </a:rPr>
              <a:t>1234-5678-9102-data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55D7B51-FA15-E095-EFBA-F57524651935}"/>
              </a:ext>
            </a:extLst>
          </p:cNvPr>
          <p:cNvSpPr/>
          <p:nvPr/>
        </p:nvSpPr>
        <p:spPr>
          <a:xfrm>
            <a:off x="10345199" y="1696957"/>
            <a:ext cx="526886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tx1"/>
                </a:solidFill>
              </a:rPr>
              <a:t>01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30321D4-052C-108F-2FF2-22A098ACC361}"/>
              </a:ext>
            </a:extLst>
          </p:cNvPr>
          <p:cNvCxnSpPr>
            <a:cxnSpLocks/>
          </p:cNvCxnSpPr>
          <p:nvPr/>
        </p:nvCxnSpPr>
        <p:spPr>
          <a:xfrm>
            <a:off x="3447443" y="1884544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D4FC5FF-3BD0-A1A7-509C-51FE803D2DDE}"/>
              </a:ext>
            </a:extLst>
          </p:cNvPr>
          <p:cNvCxnSpPr>
            <a:cxnSpLocks/>
          </p:cNvCxnSpPr>
          <p:nvPr/>
        </p:nvCxnSpPr>
        <p:spPr>
          <a:xfrm>
            <a:off x="4643429" y="1883376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1D9CE4A-EEA0-D14F-7C06-9510EE8460E7}"/>
              </a:ext>
            </a:extLst>
          </p:cNvPr>
          <p:cNvCxnSpPr>
            <a:cxnSpLocks/>
          </p:cNvCxnSpPr>
          <p:nvPr/>
        </p:nvCxnSpPr>
        <p:spPr>
          <a:xfrm>
            <a:off x="5837230" y="1881728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F88CD43-8D78-F6D8-44AE-0AC41B03B6BD}"/>
              </a:ext>
            </a:extLst>
          </p:cNvPr>
          <p:cNvCxnSpPr>
            <a:cxnSpLocks/>
          </p:cNvCxnSpPr>
          <p:nvPr/>
        </p:nvCxnSpPr>
        <p:spPr>
          <a:xfrm>
            <a:off x="7026267" y="1886279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C704104-4CE0-5B07-1FC9-D3A4D3B536B4}"/>
              </a:ext>
            </a:extLst>
          </p:cNvPr>
          <p:cNvCxnSpPr>
            <a:cxnSpLocks/>
          </p:cNvCxnSpPr>
          <p:nvPr/>
        </p:nvCxnSpPr>
        <p:spPr>
          <a:xfrm>
            <a:off x="10051318" y="1881727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76CFACD-0A11-3C8C-BCC2-1B43208B7D45}"/>
              </a:ext>
            </a:extLst>
          </p:cNvPr>
          <p:cNvSpPr txBox="1"/>
          <p:nvPr/>
        </p:nvSpPr>
        <p:spPr>
          <a:xfrm>
            <a:off x="2516381" y="2284336"/>
            <a:ext cx="882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err="1"/>
              <a:t>cloud</a:t>
            </a:r>
            <a:endParaRPr lang="en-US" sz="120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1EBD1D5-572A-C5B2-A1C1-58DE97BC953C}"/>
              </a:ext>
            </a:extLst>
          </p:cNvPr>
          <p:cNvSpPr txBox="1"/>
          <p:nvPr/>
        </p:nvSpPr>
        <p:spPr>
          <a:xfrm>
            <a:off x="3689538" y="2278310"/>
            <a:ext cx="935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err="1"/>
              <a:t>enviroment</a:t>
            </a:r>
            <a:endParaRPr lang="en-US" sz="120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0EF937B-4D23-2DE3-D752-F47F2FB8B253}"/>
              </a:ext>
            </a:extLst>
          </p:cNvPr>
          <p:cNvSpPr txBox="1"/>
          <p:nvPr/>
        </p:nvSpPr>
        <p:spPr>
          <a:xfrm>
            <a:off x="4901979" y="2272534"/>
            <a:ext cx="882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err="1"/>
              <a:t>service</a:t>
            </a:r>
            <a:endParaRPr lang="en-US" sz="120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EFCB288-FCF2-EDA9-1B17-CDFA48CC3544}"/>
              </a:ext>
            </a:extLst>
          </p:cNvPr>
          <p:cNvSpPr txBox="1"/>
          <p:nvPr/>
        </p:nvSpPr>
        <p:spPr>
          <a:xfrm>
            <a:off x="6061766" y="2284335"/>
            <a:ext cx="96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err="1"/>
              <a:t>application</a:t>
            </a:r>
            <a:endParaRPr lang="en-US" sz="12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057DCAB-8F47-AC9E-4E90-1063DB295921}"/>
              </a:ext>
            </a:extLst>
          </p:cNvPr>
          <p:cNvSpPr txBox="1"/>
          <p:nvPr/>
        </p:nvSpPr>
        <p:spPr>
          <a:xfrm>
            <a:off x="10115778" y="2284334"/>
            <a:ext cx="985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err="1"/>
              <a:t>sequencial</a:t>
            </a:r>
            <a:endParaRPr lang="en-US" sz="120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88A26F0-648B-5EFB-5351-E2A47DAFE751}"/>
              </a:ext>
            </a:extLst>
          </p:cNvPr>
          <p:cNvSpPr txBox="1"/>
          <p:nvPr/>
        </p:nvSpPr>
        <p:spPr>
          <a:xfrm>
            <a:off x="8149057" y="2272533"/>
            <a:ext cx="985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err="1"/>
              <a:t>profile</a:t>
            </a:r>
            <a:endParaRPr lang="en-US" sz="1200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EC2DEEDB-60BF-78F7-0DB1-D23CC2BC0E91}"/>
              </a:ext>
            </a:extLst>
          </p:cNvPr>
          <p:cNvSpPr/>
          <p:nvPr/>
        </p:nvSpPr>
        <p:spPr>
          <a:xfrm rot="16200000">
            <a:off x="2905223" y="1732276"/>
            <a:ext cx="100024" cy="882595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5" name="Abrir llave 34">
            <a:extLst>
              <a:ext uri="{FF2B5EF4-FFF2-40B4-BE49-F238E27FC236}">
                <a16:creationId xmlns:a16="http://schemas.microsoft.com/office/drawing/2014/main" id="{1DD899B7-3C44-25C8-8E77-0B0739899FDB}"/>
              </a:ext>
            </a:extLst>
          </p:cNvPr>
          <p:cNvSpPr/>
          <p:nvPr/>
        </p:nvSpPr>
        <p:spPr>
          <a:xfrm rot="16200000">
            <a:off x="4096968" y="1733385"/>
            <a:ext cx="100024" cy="878041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6" name="Abrir llave 35">
            <a:extLst>
              <a:ext uri="{FF2B5EF4-FFF2-40B4-BE49-F238E27FC236}">
                <a16:creationId xmlns:a16="http://schemas.microsoft.com/office/drawing/2014/main" id="{EB1C6BC2-B8D2-2EAE-BEC5-C49A7011C325}"/>
              </a:ext>
            </a:extLst>
          </p:cNvPr>
          <p:cNvSpPr/>
          <p:nvPr/>
        </p:nvSpPr>
        <p:spPr>
          <a:xfrm rot="16200000">
            <a:off x="5295542" y="1733386"/>
            <a:ext cx="100024" cy="878041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7" name="Abrir llave 36">
            <a:extLst>
              <a:ext uri="{FF2B5EF4-FFF2-40B4-BE49-F238E27FC236}">
                <a16:creationId xmlns:a16="http://schemas.microsoft.com/office/drawing/2014/main" id="{5AC11854-4BF1-3011-7EF6-59E288AC5C41}"/>
              </a:ext>
            </a:extLst>
          </p:cNvPr>
          <p:cNvSpPr/>
          <p:nvPr/>
        </p:nvSpPr>
        <p:spPr>
          <a:xfrm rot="16200000">
            <a:off x="6494116" y="1733384"/>
            <a:ext cx="100024" cy="878041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8" name="Abrir llave 37">
            <a:extLst>
              <a:ext uri="{FF2B5EF4-FFF2-40B4-BE49-F238E27FC236}">
                <a16:creationId xmlns:a16="http://schemas.microsoft.com/office/drawing/2014/main" id="{1BC38985-B898-A781-E66E-B176032F3C02}"/>
              </a:ext>
            </a:extLst>
          </p:cNvPr>
          <p:cNvSpPr/>
          <p:nvPr/>
        </p:nvSpPr>
        <p:spPr>
          <a:xfrm rot="16200000">
            <a:off x="8579019" y="847383"/>
            <a:ext cx="100024" cy="2678014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9" name="Abrir llave 38">
            <a:extLst>
              <a:ext uri="{FF2B5EF4-FFF2-40B4-BE49-F238E27FC236}">
                <a16:creationId xmlns:a16="http://schemas.microsoft.com/office/drawing/2014/main" id="{C206151C-FFE2-C149-FFF0-22D8F0BFF14A}"/>
              </a:ext>
            </a:extLst>
          </p:cNvPr>
          <p:cNvSpPr/>
          <p:nvPr/>
        </p:nvSpPr>
        <p:spPr>
          <a:xfrm rot="16200000">
            <a:off x="10558631" y="1908962"/>
            <a:ext cx="100024" cy="526884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15858D3-715F-3133-8D8F-E47FE63383E1}"/>
              </a:ext>
            </a:extLst>
          </p:cNvPr>
          <p:cNvSpPr/>
          <p:nvPr/>
        </p:nvSpPr>
        <p:spPr>
          <a:xfrm>
            <a:off x="933161" y="3256841"/>
            <a:ext cx="1099281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100">
                <a:solidFill>
                  <a:schemeClr val="tx1"/>
                </a:solidFill>
              </a:rPr>
              <a:t>FOLDER 1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0591028-0B56-7289-FAB5-C151E4D50AEB}"/>
              </a:ext>
            </a:extLst>
          </p:cNvPr>
          <p:cNvSpPr/>
          <p:nvPr/>
        </p:nvSpPr>
        <p:spPr>
          <a:xfrm>
            <a:off x="2513937" y="3244232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aw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B864757-C624-710A-394C-A062199ABE1F}"/>
              </a:ext>
            </a:extLst>
          </p:cNvPr>
          <p:cNvSpPr/>
          <p:nvPr/>
        </p:nvSpPr>
        <p:spPr>
          <a:xfrm>
            <a:off x="3707958" y="3244231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sbx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D30BA71-B2B4-0CCB-F2C2-09D68384AA7A}"/>
              </a:ext>
            </a:extLst>
          </p:cNvPr>
          <p:cNvSpPr/>
          <p:nvPr/>
        </p:nvSpPr>
        <p:spPr>
          <a:xfrm>
            <a:off x="4901979" y="3244230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bg1"/>
                </a:solidFill>
              </a:rPr>
              <a:t>s3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8D87490-7D7D-EDED-AB97-2D898C1FF828}"/>
              </a:ext>
            </a:extLst>
          </p:cNvPr>
          <p:cNvSpPr/>
          <p:nvPr/>
        </p:nvSpPr>
        <p:spPr>
          <a:xfrm>
            <a:off x="6096000" y="3244230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rnt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5111F15-8829-5B9A-61BD-13A4CBA7C35A}"/>
              </a:ext>
            </a:extLst>
          </p:cNvPr>
          <p:cNvSpPr/>
          <p:nvPr/>
        </p:nvSpPr>
        <p:spPr>
          <a:xfrm>
            <a:off x="7290021" y="3244229"/>
            <a:ext cx="2678014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tx1"/>
                </a:solidFill>
              </a:rPr>
              <a:t>conf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96F264D3-CDBF-AE51-CE6B-70A7FADB1082}"/>
              </a:ext>
            </a:extLst>
          </p:cNvPr>
          <p:cNvCxnSpPr>
            <a:cxnSpLocks/>
          </p:cNvCxnSpPr>
          <p:nvPr/>
        </p:nvCxnSpPr>
        <p:spPr>
          <a:xfrm>
            <a:off x="3447442" y="3431813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9469337-944C-4C87-5A99-F53805A78456}"/>
              </a:ext>
            </a:extLst>
          </p:cNvPr>
          <p:cNvCxnSpPr>
            <a:cxnSpLocks/>
          </p:cNvCxnSpPr>
          <p:nvPr/>
        </p:nvCxnSpPr>
        <p:spPr>
          <a:xfrm>
            <a:off x="4643428" y="3430645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C161B2F5-BCCD-F728-D599-6FA8CEC8726D}"/>
              </a:ext>
            </a:extLst>
          </p:cNvPr>
          <p:cNvCxnSpPr>
            <a:cxnSpLocks/>
          </p:cNvCxnSpPr>
          <p:nvPr/>
        </p:nvCxnSpPr>
        <p:spPr>
          <a:xfrm>
            <a:off x="5837229" y="3428997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C34705D-C80C-7662-5720-A35C41219B28}"/>
              </a:ext>
            </a:extLst>
          </p:cNvPr>
          <p:cNvCxnSpPr>
            <a:cxnSpLocks/>
          </p:cNvCxnSpPr>
          <p:nvPr/>
        </p:nvCxnSpPr>
        <p:spPr>
          <a:xfrm>
            <a:off x="7026266" y="3433548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7B1DF2DA-00AB-FD5E-FB29-F4E5EC58D74B}"/>
              </a:ext>
            </a:extLst>
          </p:cNvPr>
          <p:cNvSpPr/>
          <p:nvPr/>
        </p:nvSpPr>
        <p:spPr>
          <a:xfrm>
            <a:off x="2513937" y="3916830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aw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2FBC850E-B3FD-EEC7-4E93-D2C423E8CB07}"/>
              </a:ext>
            </a:extLst>
          </p:cNvPr>
          <p:cNvSpPr/>
          <p:nvPr/>
        </p:nvSpPr>
        <p:spPr>
          <a:xfrm>
            <a:off x="3707958" y="3916829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sbx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461AC814-CBA3-15C7-0430-EF8622D4EE14}"/>
              </a:ext>
            </a:extLst>
          </p:cNvPr>
          <p:cNvSpPr/>
          <p:nvPr/>
        </p:nvSpPr>
        <p:spPr>
          <a:xfrm>
            <a:off x="4901979" y="3916828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bg1"/>
                </a:solidFill>
              </a:rPr>
              <a:t>s3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EEFE6F7-1B17-2E57-B1DC-A1276CDFECEF}"/>
              </a:ext>
            </a:extLst>
          </p:cNvPr>
          <p:cNvSpPr/>
          <p:nvPr/>
        </p:nvSpPr>
        <p:spPr>
          <a:xfrm>
            <a:off x="6096000" y="3916828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rnt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199AD48-E2DE-37C3-FFA5-54F2AB2589D6}"/>
              </a:ext>
            </a:extLst>
          </p:cNvPr>
          <p:cNvSpPr/>
          <p:nvPr/>
        </p:nvSpPr>
        <p:spPr>
          <a:xfrm>
            <a:off x="7290021" y="3916827"/>
            <a:ext cx="2678014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tx1"/>
                </a:solidFill>
              </a:rPr>
              <a:t>conf</a:t>
            </a:r>
            <a:r>
              <a:rPr lang="es-PE" sz="1400" b="1">
                <a:solidFill>
                  <a:schemeClr val="tx1"/>
                </a:solidFill>
              </a:rPr>
              <a:t> - </a:t>
            </a:r>
            <a:r>
              <a:rPr lang="es-PE" sz="1400" b="1" err="1">
                <a:solidFill>
                  <a:schemeClr val="tx1"/>
                </a:solidFill>
              </a:rPr>
              <a:t>etl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EE9EF43A-120A-CCC8-76E8-6B68C1CBDF95}"/>
              </a:ext>
            </a:extLst>
          </p:cNvPr>
          <p:cNvCxnSpPr>
            <a:cxnSpLocks/>
          </p:cNvCxnSpPr>
          <p:nvPr/>
        </p:nvCxnSpPr>
        <p:spPr>
          <a:xfrm>
            <a:off x="3447442" y="4104411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F8CB2AB-E0AF-D8BE-C850-193354375598}"/>
              </a:ext>
            </a:extLst>
          </p:cNvPr>
          <p:cNvCxnSpPr>
            <a:cxnSpLocks/>
          </p:cNvCxnSpPr>
          <p:nvPr/>
        </p:nvCxnSpPr>
        <p:spPr>
          <a:xfrm>
            <a:off x="4643428" y="4103243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11F72F7B-5F57-4974-C173-B411A0BC2F76}"/>
              </a:ext>
            </a:extLst>
          </p:cNvPr>
          <p:cNvCxnSpPr>
            <a:cxnSpLocks/>
          </p:cNvCxnSpPr>
          <p:nvPr/>
        </p:nvCxnSpPr>
        <p:spPr>
          <a:xfrm>
            <a:off x="5837229" y="4101595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C4C5CCDB-00E6-B94D-4E1F-5B36D239B079}"/>
              </a:ext>
            </a:extLst>
          </p:cNvPr>
          <p:cNvCxnSpPr>
            <a:cxnSpLocks/>
          </p:cNvCxnSpPr>
          <p:nvPr/>
        </p:nvCxnSpPr>
        <p:spPr>
          <a:xfrm>
            <a:off x="7026266" y="4106146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17" name="Rectángulo 9216">
            <a:extLst>
              <a:ext uri="{FF2B5EF4-FFF2-40B4-BE49-F238E27FC236}">
                <a16:creationId xmlns:a16="http://schemas.microsoft.com/office/drawing/2014/main" id="{38048B40-3F15-C213-029D-CFF053F61C7E}"/>
              </a:ext>
            </a:extLst>
          </p:cNvPr>
          <p:cNvSpPr/>
          <p:nvPr/>
        </p:nvSpPr>
        <p:spPr>
          <a:xfrm>
            <a:off x="2513937" y="4572731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aw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18" name="Rectángulo 9217">
            <a:extLst>
              <a:ext uri="{FF2B5EF4-FFF2-40B4-BE49-F238E27FC236}">
                <a16:creationId xmlns:a16="http://schemas.microsoft.com/office/drawing/2014/main" id="{9B0B7011-E009-448C-E926-A218D1E00A9E}"/>
              </a:ext>
            </a:extLst>
          </p:cNvPr>
          <p:cNvSpPr/>
          <p:nvPr/>
        </p:nvSpPr>
        <p:spPr>
          <a:xfrm>
            <a:off x="3707958" y="4572730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sbx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19" name="Rectángulo 9218">
            <a:extLst>
              <a:ext uri="{FF2B5EF4-FFF2-40B4-BE49-F238E27FC236}">
                <a16:creationId xmlns:a16="http://schemas.microsoft.com/office/drawing/2014/main" id="{367E9B35-6ECC-7246-C52E-25732554B2C9}"/>
              </a:ext>
            </a:extLst>
          </p:cNvPr>
          <p:cNvSpPr/>
          <p:nvPr/>
        </p:nvSpPr>
        <p:spPr>
          <a:xfrm>
            <a:off x="4901979" y="4572729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bg1"/>
                </a:solidFill>
              </a:rPr>
              <a:t>s3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20" name="Rectángulo 9219">
            <a:extLst>
              <a:ext uri="{FF2B5EF4-FFF2-40B4-BE49-F238E27FC236}">
                <a16:creationId xmlns:a16="http://schemas.microsoft.com/office/drawing/2014/main" id="{E79FD169-7492-2C84-5765-84849B6D7D6A}"/>
              </a:ext>
            </a:extLst>
          </p:cNvPr>
          <p:cNvSpPr/>
          <p:nvPr/>
        </p:nvSpPr>
        <p:spPr>
          <a:xfrm>
            <a:off x="6096000" y="4572729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rnt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21" name="Rectángulo 9220">
            <a:extLst>
              <a:ext uri="{FF2B5EF4-FFF2-40B4-BE49-F238E27FC236}">
                <a16:creationId xmlns:a16="http://schemas.microsoft.com/office/drawing/2014/main" id="{8E64D777-2C6F-7677-C22C-23A0007320BD}"/>
              </a:ext>
            </a:extLst>
          </p:cNvPr>
          <p:cNvSpPr/>
          <p:nvPr/>
        </p:nvSpPr>
        <p:spPr>
          <a:xfrm>
            <a:off x="7290021" y="4572728"/>
            <a:ext cx="2678014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tx1"/>
                </a:solidFill>
              </a:rPr>
              <a:t>conf</a:t>
            </a:r>
            <a:r>
              <a:rPr lang="es-PE" sz="1400" b="1">
                <a:solidFill>
                  <a:schemeClr val="tx1"/>
                </a:solidFill>
              </a:rPr>
              <a:t> – </a:t>
            </a:r>
            <a:r>
              <a:rPr lang="es-PE" sz="1400" b="1" err="1">
                <a:solidFill>
                  <a:schemeClr val="tx1"/>
                </a:solidFill>
              </a:rPr>
              <a:t>etl</a:t>
            </a:r>
            <a:r>
              <a:rPr lang="es-PE" sz="1400" b="1">
                <a:solidFill>
                  <a:schemeClr val="tx1"/>
                </a:solidFill>
              </a:rPr>
              <a:t> - </a:t>
            </a:r>
            <a:r>
              <a:rPr lang="es-PE" sz="1400" b="1" err="1">
                <a:solidFill>
                  <a:schemeClr val="tx1"/>
                </a:solidFill>
              </a:rPr>
              <a:t>sod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9223" name="Conector recto 9222">
            <a:extLst>
              <a:ext uri="{FF2B5EF4-FFF2-40B4-BE49-F238E27FC236}">
                <a16:creationId xmlns:a16="http://schemas.microsoft.com/office/drawing/2014/main" id="{0196BE83-C85D-4E43-3DDB-D0DDDD46D90F}"/>
              </a:ext>
            </a:extLst>
          </p:cNvPr>
          <p:cNvCxnSpPr>
            <a:cxnSpLocks/>
          </p:cNvCxnSpPr>
          <p:nvPr/>
        </p:nvCxnSpPr>
        <p:spPr>
          <a:xfrm>
            <a:off x="3447442" y="4760312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24" name="Conector recto 9223">
            <a:extLst>
              <a:ext uri="{FF2B5EF4-FFF2-40B4-BE49-F238E27FC236}">
                <a16:creationId xmlns:a16="http://schemas.microsoft.com/office/drawing/2014/main" id="{F58A66E3-EEE1-8C6A-797A-97145B2D7C30}"/>
              </a:ext>
            </a:extLst>
          </p:cNvPr>
          <p:cNvCxnSpPr>
            <a:cxnSpLocks/>
          </p:cNvCxnSpPr>
          <p:nvPr/>
        </p:nvCxnSpPr>
        <p:spPr>
          <a:xfrm>
            <a:off x="4643428" y="4759144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25" name="Conector recto 9224">
            <a:extLst>
              <a:ext uri="{FF2B5EF4-FFF2-40B4-BE49-F238E27FC236}">
                <a16:creationId xmlns:a16="http://schemas.microsoft.com/office/drawing/2014/main" id="{D477A591-D187-447F-1D2A-396481EF52F3}"/>
              </a:ext>
            </a:extLst>
          </p:cNvPr>
          <p:cNvCxnSpPr>
            <a:cxnSpLocks/>
          </p:cNvCxnSpPr>
          <p:nvPr/>
        </p:nvCxnSpPr>
        <p:spPr>
          <a:xfrm>
            <a:off x="5837229" y="4757496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26" name="Conector recto 9225">
            <a:extLst>
              <a:ext uri="{FF2B5EF4-FFF2-40B4-BE49-F238E27FC236}">
                <a16:creationId xmlns:a16="http://schemas.microsoft.com/office/drawing/2014/main" id="{C1A515FE-844B-7909-28F4-6649CA932A53}"/>
              </a:ext>
            </a:extLst>
          </p:cNvPr>
          <p:cNvCxnSpPr>
            <a:cxnSpLocks/>
          </p:cNvCxnSpPr>
          <p:nvPr/>
        </p:nvCxnSpPr>
        <p:spPr>
          <a:xfrm>
            <a:off x="7026266" y="4762047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28" name="Rectángulo 9227">
            <a:extLst>
              <a:ext uri="{FF2B5EF4-FFF2-40B4-BE49-F238E27FC236}">
                <a16:creationId xmlns:a16="http://schemas.microsoft.com/office/drawing/2014/main" id="{86B5B1AA-0B85-56D9-2009-0396DCB85713}"/>
              </a:ext>
            </a:extLst>
          </p:cNvPr>
          <p:cNvSpPr/>
          <p:nvPr/>
        </p:nvSpPr>
        <p:spPr>
          <a:xfrm>
            <a:off x="2513937" y="5228632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aw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29" name="Rectángulo 9228">
            <a:extLst>
              <a:ext uri="{FF2B5EF4-FFF2-40B4-BE49-F238E27FC236}">
                <a16:creationId xmlns:a16="http://schemas.microsoft.com/office/drawing/2014/main" id="{1BA65E32-8DD1-5484-624D-F5A60F78DA5F}"/>
              </a:ext>
            </a:extLst>
          </p:cNvPr>
          <p:cNvSpPr/>
          <p:nvPr/>
        </p:nvSpPr>
        <p:spPr>
          <a:xfrm>
            <a:off x="3707958" y="5228631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sbx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30" name="Rectángulo 9229">
            <a:extLst>
              <a:ext uri="{FF2B5EF4-FFF2-40B4-BE49-F238E27FC236}">
                <a16:creationId xmlns:a16="http://schemas.microsoft.com/office/drawing/2014/main" id="{F0AB8299-2488-42B0-F8A4-5599A7145127}"/>
              </a:ext>
            </a:extLst>
          </p:cNvPr>
          <p:cNvSpPr/>
          <p:nvPr/>
        </p:nvSpPr>
        <p:spPr>
          <a:xfrm>
            <a:off x="4901979" y="5228630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>
                <a:solidFill>
                  <a:schemeClr val="bg1"/>
                </a:solidFill>
              </a:rPr>
              <a:t>s3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31" name="Rectángulo 9230">
            <a:extLst>
              <a:ext uri="{FF2B5EF4-FFF2-40B4-BE49-F238E27FC236}">
                <a16:creationId xmlns:a16="http://schemas.microsoft.com/office/drawing/2014/main" id="{F8AB793F-BCA9-4FB7-6667-37DAA90CACEB}"/>
              </a:ext>
            </a:extLst>
          </p:cNvPr>
          <p:cNvSpPr/>
          <p:nvPr/>
        </p:nvSpPr>
        <p:spPr>
          <a:xfrm>
            <a:off x="6096000" y="5228630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rnt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32" name="Rectángulo 9231">
            <a:extLst>
              <a:ext uri="{FF2B5EF4-FFF2-40B4-BE49-F238E27FC236}">
                <a16:creationId xmlns:a16="http://schemas.microsoft.com/office/drawing/2014/main" id="{7910679C-556D-285A-AB7F-2EF49EB081B1}"/>
              </a:ext>
            </a:extLst>
          </p:cNvPr>
          <p:cNvSpPr/>
          <p:nvPr/>
        </p:nvSpPr>
        <p:spPr>
          <a:xfrm>
            <a:off x="7290021" y="5228629"/>
            <a:ext cx="2678014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tx1"/>
                </a:solidFill>
              </a:rPr>
              <a:t>conf</a:t>
            </a:r>
            <a:r>
              <a:rPr lang="es-PE" sz="1400" b="1">
                <a:solidFill>
                  <a:schemeClr val="tx1"/>
                </a:solidFill>
              </a:rPr>
              <a:t> – </a:t>
            </a:r>
            <a:r>
              <a:rPr lang="es-PE" sz="1400" b="1" err="1">
                <a:solidFill>
                  <a:schemeClr val="tx1"/>
                </a:solidFill>
              </a:rPr>
              <a:t>etl</a:t>
            </a:r>
            <a:r>
              <a:rPr lang="es-PE" sz="1400" b="1">
                <a:solidFill>
                  <a:schemeClr val="tx1"/>
                </a:solidFill>
              </a:rPr>
              <a:t> – </a:t>
            </a:r>
            <a:r>
              <a:rPr lang="es-PE" sz="1400" b="1" err="1">
                <a:solidFill>
                  <a:schemeClr val="tx1"/>
                </a:solidFill>
              </a:rPr>
              <a:t>sod</a:t>
            </a:r>
            <a:r>
              <a:rPr lang="es-PE" sz="1400" b="1">
                <a:solidFill>
                  <a:schemeClr val="tx1"/>
                </a:solidFill>
              </a:rPr>
              <a:t> – s1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9234" name="Conector recto 9233">
            <a:extLst>
              <a:ext uri="{FF2B5EF4-FFF2-40B4-BE49-F238E27FC236}">
                <a16:creationId xmlns:a16="http://schemas.microsoft.com/office/drawing/2014/main" id="{4B5563CB-E883-0246-9E93-76D92A47D556}"/>
              </a:ext>
            </a:extLst>
          </p:cNvPr>
          <p:cNvCxnSpPr>
            <a:cxnSpLocks/>
          </p:cNvCxnSpPr>
          <p:nvPr/>
        </p:nvCxnSpPr>
        <p:spPr>
          <a:xfrm>
            <a:off x="3447442" y="5416213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35" name="Conector recto 9234">
            <a:extLst>
              <a:ext uri="{FF2B5EF4-FFF2-40B4-BE49-F238E27FC236}">
                <a16:creationId xmlns:a16="http://schemas.microsoft.com/office/drawing/2014/main" id="{68C76020-FC1A-F795-5AFB-55614957AF85}"/>
              </a:ext>
            </a:extLst>
          </p:cNvPr>
          <p:cNvCxnSpPr>
            <a:cxnSpLocks/>
          </p:cNvCxnSpPr>
          <p:nvPr/>
        </p:nvCxnSpPr>
        <p:spPr>
          <a:xfrm>
            <a:off x="4643428" y="5415045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36" name="Conector recto 9235">
            <a:extLst>
              <a:ext uri="{FF2B5EF4-FFF2-40B4-BE49-F238E27FC236}">
                <a16:creationId xmlns:a16="http://schemas.microsoft.com/office/drawing/2014/main" id="{03410EA8-BCC6-AA16-C4C7-4899423936B2}"/>
              </a:ext>
            </a:extLst>
          </p:cNvPr>
          <p:cNvCxnSpPr>
            <a:cxnSpLocks/>
          </p:cNvCxnSpPr>
          <p:nvPr/>
        </p:nvCxnSpPr>
        <p:spPr>
          <a:xfrm>
            <a:off x="5837229" y="5413397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37" name="Conector recto 9236">
            <a:extLst>
              <a:ext uri="{FF2B5EF4-FFF2-40B4-BE49-F238E27FC236}">
                <a16:creationId xmlns:a16="http://schemas.microsoft.com/office/drawing/2014/main" id="{5BE4B3A2-C01A-B368-823A-0F46019C2B78}"/>
              </a:ext>
            </a:extLst>
          </p:cNvPr>
          <p:cNvCxnSpPr>
            <a:cxnSpLocks/>
          </p:cNvCxnSpPr>
          <p:nvPr/>
        </p:nvCxnSpPr>
        <p:spPr>
          <a:xfrm>
            <a:off x="7026266" y="5417948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39" name="Rectángulo 9238">
            <a:extLst>
              <a:ext uri="{FF2B5EF4-FFF2-40B4-BE49-F238E27FC236}">
                <a16:creationId xmlns:a16="http://schemas.microsoft.com/office/drawing/2014/main" id="{559416EF-3EC9-F8C3-3597-501C3988D4AE}"/>
              </a:ext>
            </a:extLst>
          </p:cNvPr>
          <p:cNvSpPr/>
          <p:nvPr/>
        </p:nvSpPr>
        <p:spPr>
          <a:xfrm>
            <a:off x="933161" y="3914786"/>
            <a:ext cx="1099281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100">
                <a:solidFill>
                  <a:schemeClr val="tx1"/>
                </a:solidFill>
              </a:rPr>
              <a:t>FOLDER 2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240" name="Rectángulo 9239">
            <a:extLst>
              <a:ext uri="{FF2B5EF4-FFF2-40B4-BE49-F238E27FC236}">
                <a16:creationId xmlns:a16="http://schemas.microsoft.com/office/drawing/2014/main" id="{84297B82-2185-2424-77DD-F463B9E0AB5B}"/>
              </a:ext>
            </a:extLst>
          </p:cNvPr>
          <p:cNvSpPr/>
          <p:nvPr/>
        </p:nvSpPr>
        <p:spPr>
          <a:xfrm>
            <a:off x="945184" y="4572731"/>
            <a:ext cx="1099281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100">
                <a:solidFill>
                  <a:schemeClr val="tx1"/>
                </a:solidFill>
              </a:rPr>
              <a:t>FOLDER 3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241" name="Rectángulo 9240">
            <a:extLst>
              <a:ext uri="{FF2B5EF4-FFF2-40B4-BE49-F238E27FC236}">
                <a16:creationId xmlns:a16="http://schemas.microsoft.com/office/drawing/2014/main" id="{9C713E1E-0C1C-BC3A-9921-38780CE8A207}"/>
              </a:ext>
            </a:extLst>
          </p:cNvPr>
          <p:cNvSpPr/>
          <p:nvPr/>
        </p:nvSpPr>
        <p:spPr>
          <a:xfrm>
            <a:off x="945184" y="5230676"/>
            <a:ext cx="1099281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100">
                <a:solidFill>
                  <a:schemeClr val="tx1"/>
                </a:solidFill>
              </a:rPr>
              <a:t>FOLDER 4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242" name="Rectángulo 9241">
            <a:extLst>
              <a:ext uri="{FF2B5EF4-FFF2-40B4-BE49-F238E27FC236}">
                <a16:creationId xmlns:a16="http://schemas.microsoft.com/office/drawing/2014/main" id="{17467F20-8DA5-CFDE-673C-5CBEF973DE10}"/>
              </a:ext>
            </a:extLst>
          </p:cNvPr>
          <p:cNvSpPr/>
          <p:nvPr/>
        </p:nvSpPr>
        <p:spPr>
          <a:xfrm>
            <a:off x="2513936" y="5884526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aw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45" name="Rectángulo 9244">
            <a:extLst>
              <a:ext uri="{FF2B5EF4-FFF2-40B4-BE49-F238E27FC236}">
                <a16:creationId xmlns:a16="http://schemas.microsoft.com/office/drawing/2014/main" id="{7A1C8DD4-F0DB-E04E-6D05-B6E2935CA182}"/>
              </a:ext>
            </a:extLst>
          </p:cNvPr>
          <p:cNvSpPr/>
          <p:nvPr/>
        </p:nvSpPr>
        <p:spPr>
          <a:xfrm>
            <a:off x="3707957" y="5884525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sbx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46" name="Rectángulo 9245">
            <a:extLst>
              <a:ext uri="{FF2B5EF4-FFF2-40B4-BE49-F238E27FC236}">
                <a16:creationId xmlns:a16="http://schemas.microsoft.com/office/drawing/2014/main" id="{692C8EC7-65CB-5CB3-9117-ADA6ABF02C5A}"/>
              </a:ext>
            </a:extLst>
          </p:cNvPr>
          <p:cNvSpPr/>
          <p:nvPr/>
        </p:nvSpPr>
        <p:spPr>
          <a:xfrm>
            <a:off x="4901978" y="5884524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glue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48" name="Rectángulo 9247">
            <a:extLst>
              <a:ext uri="{FF2B5EF4-FFF2-40B4-BE49-F238E27FC236}">
                <a16:creationId xmlns:a16="http://schemas.microsoft.com/office/drawing/2014/main" id="{F5AEB7CD-97A9-334A-6931-E9520824B097}"/>
              </a:ext>
            </a:extLst>
          </p:cNvPr>
          <p:cNvSpPr/>
          <p:nvPr/>
        </p:nvSpPr>
        <p:spPr>
          <a:xfrm>
            <a:off x="6095999" y="5884524"/>
            <a:ext cx="882595" cy="369539"/>
          </a:xfrm>
          <a:prstGeom prst="rect">
            <a:avLst/>
          </a:prstGeom>
          <a:solidFill>
            <a:srgbClr val="00206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bg1"/>
                </a:solidFill>
              </a:rPr>
              <a:t>rnt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250" name="Rectángulo 9249">
            <a:extLst>
              <a:ext uri="{FF2B5EF4-FFF2-40B4-BE49-F238E27FC236}">
                <a16:creationId xmlns:a16="http://schemas.microsoft.com/office/drawing/2014/main" id="{F7C54D46-EF12-66FF-5D8B-42C639AA820A}"/>
              </a:ext>
            </a:extLst>
          </p:cNvPr>
          <p:cNvSpPr/>
          <p:nvPr/>
        </p:nvSpPr>
        <p:spPr>
          <a:xfrm>
            <a:off x="7290020" y="5884523"/>
            <a:ext cx="3652300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400" b="1" err="1">
                <a:solidFill>
                  <a:schemeClr val="tx1"/>
                </a:solidFill>
              </a:rPr>
              <a:t>conf</a:t>
            </a:r>
            <a:r>
              <a:rPr lang="es-PE" sz="1400" b="1">
                <a:solidFill>
                  <a:schemeClr val="tx1"/>
                </a:solidFill>
              </a:rPr>
              <a:t>–</a:t>
            </a:r>
            <a:r>
              <a:rPr lang="es-PE" sz="1400" b="1" err="1">
                <a:solidFill>
                  <a:schemeClr val="tx1"/>
                </a:solidFill>
              </a:rPr>
              <a:t>etl</a:t>
            </a:r>
            <a:r>
              <a:rPr lang="es-PE" sz="1400" b="1">
                <a:solidFill>
                  <a:schemeClr val="tx1"/>
                </a:solidFill>
              </a:rPr>
              <a:t>–</a:t>
            </a:r>
            <a:r>
              <a:rPr lang="es-PE" sz="1400" b="1" err="1">
                <a:solidFill>
                  <a:schemeClr val="tx1"/>
                </a:solidFill>
              </a:rPr>
              <a:t>sod</a:t>
            </a:r>
            <a:r>
              <a:rPr lang="es-PE" sz="1400" b="1">
                <a:solidFill>
                  <a:schemeClr val="tx1"/>
                </a:solidFill>
              </a:rPr>
              <a:t>–s1–</a:t>
            </a:r>
            <a:r>
              <a:rPr lang="es-PE" sz="1400" b="1" err="1">
                <a:solidFill>
                  <a:schemeClr val="tx1"/>
                </a:solidFill>
              </a:rPr>
              <a:t>contract</a:t>
            </a:r>
            <a:r>
              <a:rPr lang="es-PE" sz="1400" b="1">
                <a:solidFill>
                  <a:schemeClr val="tx1"/>
                </a:solidFill>
              </a:rPr>
              <a:t>–id–01.json</a:t>
            </a:r>
            <a:endParaRPr lang="en-US" sz="1400" b="1">
              <a:solidFill>
                <a:schemeClr val="tx1"/>
              </a:solidFill>
            </a:endParaRPr>
          </a:p>
        </p:txBody>
      </p:sp>
      <p:cxnSp>
        <p:nvCxnSpPr>
          <p:cNvPr id="9254" name="Conector recto 9253">
            <a:extLst>
              <a:ext uri="{FF2B5EF4-FFF2-40B4-BE49-F238E27FC236}">
                <a16:creationId xmlns:a16="http://schemas.microsoft.com/office/drawing/2014/main" id="{251FEADC-E0DD-B4EF-E931-E3FA762CA8DF}"/>
              </a:ext>
            </a:extLst>
          </p:cNvPr>
          <p:cNvCxnSpPr>
            <a:cxnSpLocks/>
          </p:cNvCxnSpPr>
          <p:nvPr/>
        </p:nvCxnSpPr>
        <p:spPr>
          <a:xfrm>
            <a:off x="3447441" y="6072107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55" name="Conector recto 9254">
            <a:extLst>
              <a:ext uri="{FF2B5EF4-FFF2-40B4-BE49-F238E27FC236}">
                <a16:creationId xmlns:a16="http://schemas.microsoft.com/office/drawing/2014/main" id="{8A21FC82-2E95-1120-D994-E7BE4D51D658}"/>
              </a:ext>
            </a:extLst>
          </p:cNvPr>
          <p:cNvCxnSpPr>
            <a:cxnSpLocks/>
          </p:cNvCxnSpPr>
          <p:nvPr/>
        </p:nvCxnSpPr>
        <p:spPr>
          <a:xfrm>
            <a:off x="4643427" y="6070939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57" name="Conector recto 9256">
            <a:extLst>
              <a:ext uri="{FF2B5EF4-FFF2-40B4-BE49-F238E27FC236}">
                <a16:creationId xmlns:a16="http://schemas.microsoft.com/office/drawing/2014/main" id="{AF6B7DA4-591F-3DFA-DFB2-5995AFDF783A}"/>
              </a:ext>
            </a:extLst>
          </p:cNvPr>
          <p:cNvCxnSpPr>
            <a:cxnSpLocks/>
          </p:cNvCxnSpPr>
          <p:nvPr/>
        </p:nvCxnSpPr>
        <p:spPr>
          <a:xfrm>
            <a:off x="5837228" y="6069291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63" name="Conector recto 9262">
            <a:extLst>
              <a:ext uri="{FF2B5EF4-FFF2-40B4-BE49-F238E27FC236}">
                <a16:creationId xmlns:a16="http://schemas.microsoft.com/office/drawing/2014/main" id="{1E9C08FB-6933-56BC-4735-F23D4045E707}"/>
              </a:ext>
            </a:extLst>
          </p:cNvPr>
          <p:cNvCxnSpPr>
            <a:cxnSpLocks/>
          </p:cNvCxnSpPr>
          <p:nvPr/>
        </p:nvCxnSpPr>
        <p:spPr>
          <a:xfrm>
            <a:off x="7026265" y="6073842"/>
            <a:ext cx="2105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65" name="Rectángulo 9264">
            <a:extLst>
              <a:ext uri="{FF2B5EF4-FFF2-40B4-BE49-F238E27FC236}">
                <a16:creationId xmlns:a16="http://schemas.microsoft.com/office/drawing/2014/main" id="{24C2F8DB-D41F-A3CA-690B-E9F7F7336110}"/>
              </a:ext>
            </a:extLst>
          </p:cNvPr>
          <p:cNvSpPr/>
          <p:nvPr/>
        </p:nvSpPr>
        <p:spPr>
          <a:xfrm>
            <a:off x="949063" y="5888621"/>
            <a:ext cx="1099281" cy="36953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ctr">
              <a:spcBef>
                <a:spcPts val="600"/>
              </a:spcBef>
            </a:pPr>
            <a:r>
              <a:rPr lang="es-PE" sz="1100">
                <a:solidFill>
                  <a:schemeClr val="tx1"/>
                </a:solidFill>
              </a:rPr>
              <a:t>FICHERO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9267" name="CuadroTexto 9266">
            <a:extLst>
              <a:ext uri="{FF2B5EF4-FFF2-40B4-BE49-F238E27FC236}">
                <a16:creationId xmlns:a16="http://schemas.microsoft.com/office/drawing/2014/main" id="{24927D69-4A4D-3590-D1B3-68882BD5452C}"/>
              </a:ext>
            </a:extLst>
          </p:cNvPr>
          <p:cNvSpPr txBox="1"/>
          <p:nvPr/>
        </p:nvSpPr>
        <p:spPr>
          <a:xfrm>
            <a:off x="885454" y="2775913"/>
            <a:ext cx="2924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/>
              <a:t>Estructura de los folders y ficheros</a:t>
            </a:r>
            <a:endParaRPr lang="en-US" sz="1200" b="1"/>
          </a:p>
        </p:txBody>
      </p:sp>
      <p:sp>
        <p:nvSpPr>
          <p:cNvPr id="9268" name="CuadroTexto 9267">
            <a:extLst>
              <a:ext uri="{FF2B5EF4-FFF2-40B4-BE49-F238E27FC236}">
                <a16:creationId xmlns:a16="http://schemas.microsoft.com/office/drawing/2014/main" id="{3548E1C9-C246-0854-3D5D-C5973040456D}"/>
              </a:ext>
            </a:extLst>
          </p:cNvPr>
          <p:cNvSpPr txBox="1"/>
          <p:nvPr/>
        </p:nvSpPr>
        <p:spPr>
          <a:xfrm>
            <a:off x="913380" y="1226811"/>
            <a:ext cx="2924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/>
              <a:t>Nombre del </a:t>
            </a:r>
            <a:r>
              <a:rPr lang="es-PE" sz="1200" b="1" err="1"/>
              <a:t>Bucket</a:t>
            </a:r>
            <a:r>
              <a:rPr lang="es-PE" sz="1200" b="1"/>
              <a:t> S3</a:t>
            </a:r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761071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26445-E89B-A176-3342-97B12150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5D51DD57-B2A4-A878-E8D6-C3F0BC0A1D26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400" b="1">
                <a:solidFill>
                  <a:srgbClr val="FFFFFF"/>
                </a:solidFill>
                <a:latin typeface="Segoe Print" panose="02000600000000000000" pitchFamily="2" charset="0"/>
                <a:cs typeface="Segoe UI Semibold" panose="020B0702040204020203" pitchFamily="34" charset="0"/>
              </a:rPr>
              <a:t>2</a:t>
            </a:r>
            <a:endParaRPr kumimoji="0" lang="es-E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89038F-4F88-9EE2-5134-70EDAC1C56E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5408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133" b="1" kern="0">
                <a:solidFill>
                  <a:srgbClr val="002569"/>
                </a:solidFill>
                <a:latin typeface="Segoe UI Light"/>
              </a:rPr>
              <a:t>Propuesta</a:t>
            </a:r>
            <a:endParaRPr kumimoji="0" lang="es-ES" sz="2133" b="1" i="0" u="none" strike="noStrike" kern="0" cap="none" spc="0" normalizeH="0" baseline="0" noProof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Estructura de como será la organización de ficheros en AWS</a:t>
            </a:r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9B9AFD89-EAD3-3941-3FC5-7290EA942AEA}"/>
              </a:ext>
            </a:extLst>
          </p:cNvPr>
          <p:cNvSpPr/>
          <p:nvPr/>
        </p:nvSpPr>
        <p:spPr>
          <a:xfrm rot="10800000">
            <a:off x="4213561" y="1157110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6DF0B09B-3BF9-A86F-04E7-FE6C4C3D53B7}"/>
              </a:ext>
            </a:extLst>
          </p:cNvPr>
          <p:cNvSpPr/>
          <p:nvPr/>
        </p:nvSpPr>
        <p:spPr>
          <a:xfrm rot="10800000">
            <a:off x="4213561" y="1004002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53EFD6-0453-AC8D-1BC9-2C5758D28300}"/>
              </a:ext>
            </a:extLst>
          </p:cNvPr>
          <p:cNvSpPr txBox="1"/>
          <p:nvPr/>
        </p:nvSpPr>
        <p:spPr>
          <a:xfrm>
            <a:off x="4325608" y="988223"/>
            <a:ext cx="3657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700" b="1"/>
              <a:t>Nombre del </a:t>
            </a:r>
            <a:r>
              <a:rPr lang="es-PE" sz="700" b="1" err="1"/>
              <a:t>bucket</a:t>
            </a:r>
            <a:r>
              <a:rPr lang="es-PE" sz="700" b="1"/>
              <a:t> S3</a:t>
            </a:r>
            <a:endParaRPr lang="en-US" sz="700" b="1"/>
          </a:p>
        </p:txBody>
      </p:sp>
      <p:sp>
        <p:nvSpPr>
          <p:cNvPr id="16" name="Abrir llave 15">
            <a:extLst>
              <a:ext uri="{FF2B5EF4-FFF2-40B4-BE49-F238E27FC236}">
                <a16:creationId xmlns:a16="http://schemas.microsoft.com/office/drawing/2014/main" id="{A12838E5-40FF-1CB9-68D5-3D79BC2DAB7F}"/>
              </a:ext>
            </a:extLst>
          </p:cNvPr>
          <p:cNvSpPr/>
          <p:nvPr/>
        </p:nvSpPr>
        <p:spPr>
          <a:xfrm rot="10800000">
            <a:off x="4213561" y="1713804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7" name="Abrir llave 16">
            <a:extLst>
              <a:ext uri="{FF2B5EF4-FFF2-40B4-BE49-F238E27FC236}">
                <a16:creationId xmlns:a16="http://schemas.microsoft.com/office/drawing/2014/main" id="{159EC75C-B7D4-0443-9F40-6FDBD4D66A9B}"/>
              </a:ext>
            </a:extLst>
          </p:cNvPr>
          <p:cNvSpPr/>
          <p:nvPr/>
        </p:nvSpPr>
        <p:spPr>
          <a:xfrm rot="10800000">
            <a:off x="4213561" y="2856804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21" name="Abrir llave 20">
            <a:extLst>
              <a:ext uri="{FF2B5EF4-FFF2-40B4-BE49-F238E27FC236}">
                <a16:creationId xmlns:a16="http://schemas.microsoft.com/office/drawing/2014/main" id="{396DC4F7-95F6-E517-8270-4C2F070982C4}"/>
              </a:ext>
            </a:extLst>
          </p:cNvPr>
          <p:cNvSpPr/>
          <p:nvPr/>
        </p:nvSpPr>
        <p:spPr>
          <a:xfrm rot="10800000">
            <a:off x="4213561" y="5358704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8532CCD-98E6-A5EE-02ED-548B963BD27A}"/>
              </a:ext>
            </a:extLst>
          </p:cNvPr>
          <p:cNvSpPr txBox="1"/>
          <p:nvPr/>
        </p:nvSpPr>
        <p:spPr>
          <a:xfrm>
            <a:off x="4313584" y="1157500"/>
            <a:ext cx="37728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Conserva históricos de datos y logs para recuperación y auditoría.</a:t>
            </a:r>
            <a:endParaRPr lang="en-US" sz="700" b="1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65A020B-5673-6BAB-137A-1A962215DBFD}"/>
              </a:ext>
            </a:extLst>
          </p:cNvPr>
          <p:cNvSpPr txBox="1"/>
          <p:nvPr/>
        </p:nvSpPr>
        <p:spPr>
          <a:xfrm>
            <a:off x="4313585" y="1697063"/>
            <a:ext cx="74147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Centraliza archivos de configuración (.</a:t>
            </a:r>
            <a:r>
              <a:rPr lang="es-ES" sz="700" b="1" err="1"/>
              <a:t>json</a:t>
            </a:r>
            <a:r>
              <a:rPr lang="es-ES" sz="700" b="1"/>
              <a:t>, .</a:t>
            </a:r>
            <a:r>
              <a:rPr lang="es-ES" sz="700" b="1" err="1"/>
              <a:t>csv</a:t>
            </a:r>
            <a:r>
              <a:rPr lang="es-ES" sz="700" b="1"/>
              <a:t> y .</a:t>
            </a:r>
            <a:r>
              <a:rPr lang="es-ES" sz="700" b="1" err="1"/>
              <a:t>dqdl</a:t>
            </a:r>
            <a:r>
              <a:rPr lang="es-ES" sz="700" b="1"/>
              <a:t>) para parametrizar el proyecto y evitar valores fijos; es utilizado por Glue Jobs, Step </a:t>
            </a:r>
            <a:r>
              <a:rPr lang="es-ES" sz="700" b="1" err="1"/>
              <a:t>Functions</a:t>
            </a:r>
            <a:r>
              <a:rPr lang="es-ES" sz="700" b="1"/>
              <a:t> y desarrolladores.</a:t>
            </a:r>
            <a:endParaRPr lang="en-US" sz="700" b="1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A1237B-9C7F-E7B4-BCC5-674F42026092}"/>
              </a:ext>
            </a:extLst>
          </p:cNvPr>
          <p:cNvSpPr txBox="1"/>
          <p:nvPr/>
        </p:nvSpPr>
        <p:spPr>
          <a:xfrm>
            <a:off x="4338307" y="2841026"/>
            <a:ext cx="5335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Almacena configuraciones JSON de procesos ETL para parametrizar ejecuciones sin modificar el código fuente.</a:t>
            </a:r>
            <a:endParaRPr lang="en-US" sz="700" b="1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254D84F-642F-C490-3EA5-AD123183C842}"/>
              </a:ext>
            </a:extLst>
          </p:cNvPr>
          <p:cNvSpPr txBox="1"/>
          <p:nvPr/>
        </p:nvSpPr>
        <p:spPr>
          <a:xfrm>
            <a:off x="4313585" y="5342926"/>
            <a:ext cx="55147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Gestiona parámetros de infraestructura por ambiente para reutilizar el mismo código en desarrollo, pruebas y producción.</a:t>
            </a:r>
            <a:endParaRPr lang="en-US" sz="700" b="1"/>
          </a:p>
        </p:txBody>
      </p:sp>
      <p:sp>
        <p:nvSpPr>
          <p:cNvPr id="26" name="Abrir llave 25">
            <a:extLst>
              <a:ext uri="{FF2B5EF4-FFF2-40B4-BE49-F238E27FC236}">
                <a16:creationId xmlns:a16="http://schemas.microsoft.com/office/drawing/2014/main" id="{7731018D-1904-656A-D818-60B62F645405}"/>
              </a:ext>
            </a:extLst>
          </p:cNvPr>
          <p:cNvSpPr/>
          <p:nvPr/>
        </p:nvSpPr>
        <p:spPr>
          <a:xfrm rot="10800000">
            <a:off x="4213561" y="5638104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B2F6D38-486D-1502-A67D-671F7CFFE689}"/>
              </a:ext>
            </a:extLst>
          </p:cNvPr>
          <p:cNvSpPr txBox="1"/>
          <p:nvPr/>
        </p:nvSpPr>
        <p:spPr>
          <a:xfrm>
            <a:off x="4313583" y="5622326"/>
            <a:ext cx="53472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Contiene definiciones pipeline_*.</a:t>
            </a:r>
            <a:r>
              <a:rPr lang="es-ES" sz="700" b="1" err="1"/>
              <a:t>json</a:t>
            </a:r>
            <a:r>
              <a:rPr lang="es-ES" sz="700" b="1"/>
              <a:t> que modelan el flujo, decisiones, reintentos y errores de AWS Step </a:t>
            </a:r>
            <a:r>
              <a:rPr lang="es-ES" sz="700" b="1" err="1"/>
              <a:t>Functions</a:t>
            </a:r>
            <a:r>
              <a:rPr lang="es-ES" sz="700" b="1"/>
              <a:t>.</a:t>
            </a:r>
            <a:endParaRPr lang="en-US" sz="700" b="1"/>
          </a:p>
        </p:txBody>
      </p:sp>
      <p:sp>
        <p:nvSpPr>
          <p:cNvPr id="30" name="Abrir llave 29">
            <a:extLst>
              <a:ext uri="{FF2B5EF4-FFF2-40B4-BE49-F238E27FC236}">
                <a16:creationId xmlns:a16="http://schemas.microsoft.com/office/drawing/2014/main" id="{B012B014-9A1B-A381-6D55-EEEB02A2EE93}"/>
              </a:ext>
            </a:extLst>
          </p:cNvPr>
          <p:cNvSpPr/>
          <p:nvPr/>
        </p:nvSpPr>
        <p:spPr>
          <a:xfrm rot="10800000">
            <a:off x="4213561" y="1866204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3B11507-A8B8-0712-77EE-5C952208D159}"/>
              </a:ext>
            </a:extLst>
          </p:cNvPr>
          <p:cNvSpPr txBox="1"/>
          <p:nvPr/>
        </p:nvSpPr>
        <p:spPr>
          <a:xfrm>
            <a:off x="4294535" y="1849463"/>
            <a:ext cx="75529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Centraliza reglas y catálogos de calidad de datos utilizados en validaciones y homologaciones.</a:t>
            </a:r>
            <a:endParaRPr lang="en-US" sz="700" b="1"/>
          </a:p>
        </p:txBody>
      </p:sp>
      <p:sp>
        <p:nvSpPr>
          <p:cNvPr id="33" name="Abrir llave 32">
            <a:extLst>
              <a:ext uri="{FF2B5EF4-FFF2-40B4-BE49-F238E27FC236}">
                <a16:creationId xmlns:a16="http://schemas.microsoft.com/office/drawing/2014/main" id="{D46DF5DB-D3EE-14E7-7CCF-F6AD37BBB8BE}"/>
              </a:ext>
            </a:extLst>
          </p:cNvPr>
          <p:cNvSpPr/>
          <p:nvPr/>
        </p:nvSpPr>
        <p:spPr>
          <a:xfrm rot="10800000">
            <a:off x="4214886" y="2018604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48CD0163-99EC-08C8-96F9-BB5A16838403}"/>
              </a:ext>
            </a:extLst>
          </p:cNvPr>
          <p:cNvSpPr/>
          <p:nvPr/>
        </p:nvSpPr>
        <p:spPr>
          <a:xfrm rot="10800000">
            <a:off x="4214889" y="2440022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9138937-4BFC-BED1-954E-41CFFD5316FF}"/>
              </a:ext>
            </a:extLst>
          </p:cNvPr>
          <p:cNvSpPr txBox="1"/>
          <p:nvPr/>
        </p:nvSpPr>
        <p:spPr>
          <a:xfrm>
            <a:off x="4295861" y="2001863"/>
            <a:ext cx="75529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Almacena catálogos maestros de referencia para procesos de homologación y validación.</a:t>
            </a:r>
            <a:endParaRPr lang="en-US" sz="700" b="1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717C009-06D3-FD1F-D13E-F4E11F25250F}"/>
              </a:ext>
            </a:extLst>
          </p:cNvPr>
          <p:cNvSpPr txBox="1"/>
          <p:nvPr/>
        </p:nvSpPr>
        <p:spPr>
          <a:xfrm>
            <a:off x="4303814" y="2423282"/>
            <a:ext cx="75529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Contiene reglas de calidad de datos que definen validaciones técnicas y de negocio ejecutadas por Glue Data </a:t>
            </a:r>
            <a:r>
              <a:rPr lang="es-ES" sz="700" b="1" err="1"/>
              <a:t>Quality</a:t>
            </a:r>
            <a:r>
              <a:rPr lang="es-ES" sz="700" b="1"/>
              <a:t>.</a:t>
            </a:r>
            <a:endParaRPr lang="en-US" sz="700" b="1"/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B724F133-1FAD-7B63-AAE9-30D43BD50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100027"/>
              </p:ext>
            </p:extLst>
          </p:nvPr>
        </p:nvGraphicFramePr>
        <p:xfrm>
          <a:off x="854368" y="999774"/>
          <a:ext cx="3325775" cy="5220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5775">
                  <a:extLst>
                    <a:ext uri="{9D8B030D-6E8A-4147-A177-3AD203B41FA5}">
                      <a16:colId xmlns:a16="http://schemas.microsoft.com/office/drawing/2014/main" val="4078490956"/>
                    </a:ext>
                  </a:extLst>
                </a:gridCol>
              </a:tblGrid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aw-sbx-s3-rnt-1234-5678-9012-data-01/</a:t>
                      </a:r>
                      <a:endParaRPr lang="en-US" sz="7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07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049814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1" u="none" strike="noStrike">
                          <a:effectLst/>
                        </a:rPr>
                        <a:t>aw-sbx-s3-rnt-arc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494075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aw-sbx-s3-rnt-arc-gold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501099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aw-sbx-s3-rnt-arc-logs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140004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aw-sbx-s3-rnt-arc-sil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205223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1" u="none" strike="noStrike">
                          <a:effectLst/>
                        </a:rPr>
                        <a:t>aw-sbx-s3-rnt-conf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708594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aw-sbx-s3-rnt-conf-dqu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456887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aw-sbx-s3-rnt-conf-dqu-cat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84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51833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aw-sbx-dqu-rnt-conf-dqu-cat-currency-01.csv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623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852198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aw-sbx-dqu-rnt-conf-dqu-cat-current-balance-status-01.csv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623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842814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aw-sbx-s3-rnt-conf-dqu-rul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84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666290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aw-sbx-dqu-rnt-conf-dqu-rul-business-01.json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623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995524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aw-sbx-dqu-rnt-conf-dqu-rul-global-01.json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623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745773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aw-sbx-s3-rnt-conf-etl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989470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aw-sbx-s3-rnt-conf-etl-sod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843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957216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aw-sbx-s3-rnt-conf-etl-sod-com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7265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883246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aw-sbx-glue-rnt-conf-etl-sod-com-pipeline-01.json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781803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aw-sbx-s3-rnt-conf-etl-sod-s1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7265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220772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aw-sbx-glue-rnt-conf-etl-sod-s1-contract-id-01.json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827839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aw-sbx-glue-rnt-conf-etl-sod-s1-deduplication-01.json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55349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aw-sbx-glue-rnt-conf-etl-sod-s1-dimensions-01.json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162505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aw-sbx-glue-rnt-conf-etl-sod-s1-extraction-01.json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23877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aw-sbx-glue-rnt-conf-etl-sod-s1-homologation-01.json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511968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aw-sbx-s3-rnt-conf-etl-sod-s2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67265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0161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aw-sbx-glue-rnt-conf-etl-sod-s2-contract-id-config-02.json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607609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aw-sbx-glue-rnt-conf-etl-sod-s2-deduplication-config-02.json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015390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aw-sbx-glue-rnt-conf-etl-sod-s2-dimensions-config-02.json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221325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aw-sbx-glue-rnt-conf-etl-sod-s2-extraction-config-02.json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116554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aw-sbx-glue-rnt-conf-etl-sod-s2-homologation-config-02.json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84343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aw-sbx-glue-rnt-conf-etl-sod-s2-pipeline-config-02.json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18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504599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aw-sbx-s3-rnt-conf-pm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963263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aw-sbx-s3-rnt-conf-pm-environment-01.json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749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737107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aw-sbx-s3-rnt-conf-stf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2422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41732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aw-sbx-stf-rnt-conf-stf-accounting-day-pipeline-01.json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749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1410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aw-sbx-stf-rnt-conf-stf-balances-oper-day-pipeline-01.json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749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23020"/>
                  </a:ext>
                </a:extLst>
              </a:tr>
              <a:tr h="14500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aw-sbx-stf-rnt-conf-stf-movements-oper-day-pipeline-01.json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749" marR="3707" marT="37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25609"/>
                  </a:ext>
                </a:extLst>
              </a:tr>
            </a:tbl>
          </a:graphicData>
        </a:graphic>
      </p:graphicFrame>
      <p:pic>
        <p:nvPicPr>
          <p:cNvPr id="1346" name="Imagen 1345">
            <a:extLst>
              <a:ext uri="{FF2B5EF4-FFF2-40B4-BE49-F238E27FC236}">
                <a16:creationId xmlns:a16="http://schemas.microsoft.com/office/drawing/2014/main" id="{F1245F49-1F9F-213E-04AF-07B548D988E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5996" t="12806" r="15977" b="12657"/>
          <a:stretch>
            <a:fillRect/>
          </a:stretch>
        </p:blipFill>
        <p:spPr>
          <a:xfrm>
            <a:off x="1442841" y="2175393"/>
            <a:ext cx="115679" cy="126751"/>
          </a:xfrm>
          <a:prstGeom prst="rect">
            <a:avLst/>
          </a:prstGeom>
        </p:spPr>
      </p:pic>
      <p:pic>
        <p:nvPicPr>
          <p:cNvPr id="1347" name="Imagen 1346">
            <a:extLst>
              <a:ext uri="{FF2B5EF4-FFF2-40B4-BE49-F238E27FC236}">
                <a16:creationId xmlns:a16="http://schemas.microsoft.com/office/drawing/2014/main" id="{9F143056-955A-FCC2-8421-AF31FAA0BF9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5996" t="12806" r="15977" b="12657"/>
          <a:stretch>
            <a:fillRect/>
          </a:stretch>
        </p:blipFill>
        <p:spPr>
          <a:xfrm>
            <a:off x="1442840" y="2317922"/>
            <a:ext cx="115679" cy="126751"/>
          </a:xfrm>
          <a:prstGeom prst="rect">
            <a:avLst/>
          </a:prstGeom>
        </p:spPr>
      </p:pic>
      <p:pic>
        <p:nvPicPr>
          <p:cNvPr id="1354" name="Imagen 1353">
            <a:extLst>
              <a:ext uri="{FF2B5EF4-FFF2-40B4-BE49-F238E27FC236}">
                <a16:creationId xmlns:a16="http://schemas.microsoft.com/office/drawing/2014/main" id="{AE32F647-B98F-1BA6-2EA1-42A70C45F90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2624480"/>
            <a:ext cx="107752" cy="111050"/>
          </a:xfrm>
          <a:prstGeom prst="rect">
            <a:avLst/>
          </a:prstGeom>
        </p:spPr>
      </p:pic>
      <p:pic>
        <p:nvPicPr>
          <p:cNvPr id="1356" name="Imagen 1355">
            <a:extLst>
              <a:ext uri="{FF2B5EF4-FFF2-40B4-BE49-F238E27FC236}">
                <a16:creationId xmlns:a16="http://schemas.microsoft.com/office/drawing/2014/main" id="{AA4BDA74-78B9-D310-0C22-C9580FBA1E2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2763849"/>
            <a:ext cx="107752" cy="111050"/>
          </a:xfrm>
          <a:prstGeom prst="rect">
            <a:avLst/>
          </a:prstGeom>
        </p:spPr>
      </p:pic>
      <p:pic>
        <p:nvPicPr>
          <p:cNvPr id="1357" name="Imagen 1356">
            <a:extLst>
              <a:ext uri="{FF2B5EF4-FFF2-40B4-BE49-F238E27FC236}">
                <a16:creationId xmlns:a16="http://schemas.microsoft.com/office/drawing/2014/main" id="{CBD3D853-F9E3-C61A-538A-B64858F08F8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3341435"/>
            <a:ext cx="107752" cy="111050"/>
          </a:xfrm>
          <a:prstGeom prst="rect">
            <a:avLst/>
          </a:prstGeom>
        </p:spPr>
      </p:pic>
      <p:pic>
        <p:nvPicPr>
          <p:cNvPr id="1358" name="Imagen 1357">
            <a:extLst>
              <a:ext uri="{FF2B5EF4-FFF2-40B4-BE49-F238E27FC236}">
                <a16:creationId xmlns:a16="http://schemas.microsoft.com/office/drawing/2014/main" id="{845E92B2-84F2-0829-DE5E-81DD65D4813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3632910"/>
            <a:ext cx="107752" cy="111050"/>
          </a:xfrm>
          <a:prstGeom prst="rect">
            <a:avLst/>
          </a:prstGeom>
        </p:spPr>
      </p:pic>
      <p:pic>
        <p:nvPicPr>
          <p:cNvPr id="1359" name="Imagen 1358">
            <a:extLst>
              <a:ext uri="{FF2B5EF4-FFF2-40B4-BE49-F238E27FC236}">
                <a16:creationId xmlns:a16="http://schemas.microsoft.com/office/drawing/2014/main" id="{0CAFF2BD-63D9-8266-EA23-20D15A5AFE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3776409"/>
            <a:ext cx="107752" cy="111050"/>
          </a:xfrm>
          <a:prstGeom prst="rect">
            <a:avLst/>
          </a:prstGeom>
        </p:spPr>
      </p:pic>
      <p:pic>
        <p:nvPicPr>
          <p:cNvPr id="1360" name="Imagen 1359">
            <a:extLst>
              <a:ext uri="{FF2B5EF4-FFF2-40B4-BE49-F238E27FC236}">
                <a16:creationId xmlns:a16="http://schemas.microsoft.com/office/drawing/2014/main" id="{F6F0E4DE-4777-CC59-2C78-4C6ACE52FDF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3923084"/>
            <a:ext cx="107752" cy="111050"/>
          </a:xfrm>
          <a:prstGeom prst="rect">
            <a:avLst/>
          </a:prstGeom>
        </p:spPr>
      </p:pic>
      <p:pic>
        <p:nvPicPr>
          <p:cNvPr id="1361" name="Imagen 1360">
            <a:extLst>
              <a:ext uri="{FF2B5EF4-FFF2-40B4-BE49-F238E27FC236}">
                <a16:creationId xmlns:a16="http://schemas.microsoft.com/office/drawing/2014/main" id="{2A2A8417-88B2-2C83-4403-E1BC8A8E935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4065040"/>
            <a:ext cx="107752" cy="111050"/>
          </a:xfrm>
          <a:prstGeom prst="rect">
            <a:avLst/>
          </a:prstGeom>
        </p:spPr>
      </p:pic>
      <p:pic>
        <p:nvPicPr>
          <p:cNvPr id="1362" name="Imagen 1361">
            <a:extLst>
              <a:ext uri="{FF2B5EF4-FFF2-40B4-BE49-F238E27FC236}">
                <a16:creationId xmlns:a16="http://schemas.microsoft.com/office/drawing/2014/main" id="{E78A45FD-A2E0-E258-DE92-EBCE57C84C2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4211125"/>
            <a:ext cx="107752" cy="111050"/>
          </a:xfrm>
          <a:prstGeom prst="rect">
            <a:avLst/>
          </a:prstGeom>
        </p:spPr>
      </p:pic>
      <p:pic>
        <p:nvPicPr>
          <p:cNvPr id="1363" name="Imagen 1362">
            <a:extLst>
              <a:ext uri="{FF2B5EF4-FFF2-40B4-BE49-F238E27FC236}">
                <a16:creationId xmlns:a16="http://schemas.microsoft.com/office/drawing/2014/main" id="{40EF1448-4A0A-ADFF-8601-DC9E6074C07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4502613"/>
            <a:ext cx="107752" cy="111050"/>
          </a:xfrm>
          <a:prstGeom prst="rect">
            <a:avLst/>
          </a:prstGeom>
        </p:spPr>
      </p:pic>
      <p:pic>
        <p:nvPicPr>
          <p:cNvPr id="1364" name="Imagen 1363">
            <a:extLst>
              <a:ext uri="{FF2B5EF4-FFF2-40B4-BE49-F238E27FC236}">
                <a16:creationId xmlns:a16="http://schemas.microsoft.com/office/drawing/2014/main" id="{D2A50507-F159-57A9-81C6-91898C86161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4642748"/>
            <a:ext cx="107752" cy="111050"/>
          </a:xfrm>
          <a:prstGeom prst="rect">
            <a:avLst/>
          </a:prstGeom>
        </p:spPr>
      </p:pic>
      <p:pic>
        <p:nvPicPr>
          <p:cNvPr id="1365" name="Imagen 1364">
            <a:extLst>
              <a:ext uri="{FF2B5EF4-FFF2-40B4-BE49-F238E27FC236}">
                <a16:creationId xmlns:a16="http://schemas.microsoft.com/office/drawing/2014/main" id="{A584A186-6B02-E302-76BA-62B80E41087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4793364"/>
            <a:ext cx="107752" cy="111050"/>
          </a:xfrm>
          <a:prstGeom prst="rect">
            <a:avLst/>
          </a:prstGeom>
        </p:spPr>
      </p:pic>
      <p:pic>
        <p:nvPicPr>
          <p:cNvPr id="1366" name="Imagen 1365">
            <a:extLst>
              <a:ext uri="{FF2B5EF4-FFF2-40B4-BE49-F238E27FC236}">
                <a16:creationId xmlns:a16="http://schemas.microsoft.com/office/drawing/2014/main" id="{E643B76C-3B7D-91A6-7593-592F0AFADF5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4934743"/>
            <a:ext cx="107752" cy="111050"/>
          </a:xfrm>
          <a:prstGeom prst="rect">
            <a:avLst/>
          </a:prstGeom>
        </p:spPr>
      </p:pic>
      <p:pic>
        <p:nvPicPr>
          <p:cNvPr id="1367" name="Imagen 1366">
            <a:extLst>
              <a:ext uri="{FF2B5EF4-FFF2-40B4-BE49-F238E27FC236}">
                <a16:creationId xmlns:a16="http://schemas.microsoft.com/office/drawing/2014/main" id="{3A8F8155-690E-4FC9-80C4-B193055740A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5079543"/>
            <a:ext cx="107752" cy="111050"/>
          </a:xfrm>
          <a:prstGeom prst="rect">
            <a:avLst/>
          </a:prstGeom>
        </p:spPr>
      </p:pic>
      <p:pic>
        <p:nvPicPr>
          <p:cNvPr id="1370" name="Imagen 1369">
            <a:extLst>
              <a:ext uri="{FF2B5EF4-FFF2-40B4-BE49-F238E27FC236}">
                <a16:creationId xmlns:a16="http://schemas.microsoft.com/office/drawing/2014/main" id="{456064C2-2571-E090-1966-02452CF92E7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5228817"/>
            <a:ext cx="107752" cy="111050"/>
          </a:xfrm>
          <a:prstGeom prst="rect">
            <a:avLst/>
          </a:prstGeom>
        </p:spPr>
      </p:pic>
      <p:pic>
        <p:nvPicPr>
          <p:cNvPr id="1371" name="Imagen 1370">
            <a:extLst>
              <a:ext uri="{FF2B5EF4-FFF2-40B4-BE49-F238E27FC236}">
                <a16:creationId xmlns:a16="http://schemas.microsoft.com/office/drawing/2014/main" id="{33D71F5A-5CED-4911-BC90-18DC60AFDCC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5517292"/>
            <a:ext cx="107752" cy="111050"/>
          </a:xfrm>
          <a:prstGeom prst="rect">
            <a:avLst/>
          </a:prstGeom>
        </p:spPr>
      </p:pic>
      <p:pic>
        <p:nvPicPr>
          <p:cNvPr id="1372" name="Imagen 1371">
            <a:extLst>
              <a:ext uri="{FF2B5EF4-FFF2-40B4-BE49-F238E27FC236}">
                <a16:creationId xmlns:a16="http://schemas.microsoft.com/office/drawing/2014/main" id="{BB23C4DD-184B-D151-C23C-53890290516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5804595"/>
            <a:ext cx="107752" cy="111050"/>
          </a:xfrm>
          <a:prstGeom prst="rect">
            <a:avLst/>
          </a:prstGeom>
        </p:spPr>
      </p:pic>
      <p:pic>
        <p:nvPicPr>
          <p:cNvPr id="1375" name="Imagen 1374">
            <a:extLst>
              <a:ext uri="{FF2B5EF4-FFF2-40B4-BE49-F238E27FC236}">
                <a16:creationId xmlns:a16="http://schemas.microsoft.com/office/drawing/2014/main" id="{66309650-AAA9-A430-D6B8-3DE8F801B5F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5949887"/>
            <a:ext cx="107752" cy="111050"/>
          </a:xfrm>
          <a:prstGeom prst="rect">
            <a:avLst/>
          </a:prstGeom>
        </p:spPr>
      </p:pic>
      <p:pic>
        <p:nvPicPr>
          <p:cNvPr id="1376" name="Imagen 1375">
            <a:extLst>
              <a:ext uri="{FF2B5EF4-FFF2-40B4-BE49-F238E27FC236}">
                <a16:creationId xmlns:a16="http://schemas.microsoft.com/office/drawing/2014/main" id="{5A65C493-D8A0-AC64-BC57-C9AEECC3E17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6818" t="16315" r="16855" b="15327"/>
          <a:stretch>
            <a:fillRect/>
          </a:stretch>
        </p:blipFill>
        <p:spPr>
          <a:xfrm>
            <a:off x="1446803" y="6094812"/>
            <a:ext cx="107752" cy="111050"/>
          </a:xfrm>
          <a:prstGeom prst="rect">
            <a:avLst/>
          </a:prstGeom>
        </p:spPr>
      </p:pic>
      <p:sp>
        <p:nvSpPr>
          <p:cNvPr id="1377" name="Abrir llave 1376">
            <a:extLst>
              <a:ext uri="{FF2B5EF4-FFF2-40B4-BE49-F238E27FC236}">
                <a16:creationId xmlns:a16="http://schemas.microsoft.com/office/drawing/2014/main" id="{00DBC0B9-9610-7F9D-1494-F8DC5C4DF4BB}"/>
              </a:ext>
            </a:extLst>
          </p:cNvPr>
          <p:cNvSpPr/>
          <p:nvPr/>
        </p:nvSpPr>
        <p:spPr>
          <a:xfrm rot="10800000">
            <a:off x="4217797" y="3013437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378" name="Abrir llave 1377">
            <a:extLst>
              <a:ext uri="{FF2B5EF4-FFF2-40B4-BE49-F238E27FC236}">
                <a16:creationId xmlns:a16="http://schemas.microsoft.com/office/drawing/2014/main" id="{9A87483E-0336-8C9B-05BE-196C39BC255D}"/>
              </a:ext>
            </a:extLst>
          </p:cNvPr>
          <p:cNvSpPr/>
          <p:nvPr/>
        </p:nvSpPr>
        <p:spPr>
          <a:xfrm rot="10800000">
            <a:off x="4217794" y="3165837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379" name="Abrir llave 1378">
            <a:extLst>
              <a:ext uri="{FF2B5EF4-FFF2-40B4-BE49-F238E27FC236}">
                <a16:creationId xmlns:a16="http://schemas.microsoft.com/office/drawing/2014/main" id="{62D29A90-0E52-B910-FEDE-E1B55C27186E}"/>
              </a:ext>
            </a:extLst>
          </p:cNvPr>
          <p:cNvSpPr/>
          <p:nvPr/>
        </p:nvSpPr>
        <p:spPr>
          <a:xfrm rot="10800000">
            <a:off x="4222029" y="3470640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380" name="Abrir llave 1379">
            <a:extLst>
              <a:ext uri="{FF2B5EF4-FFF2-40B4-BE49-F238E27FC236}">
                <a16:creationId xmlns:a16="http://schemas.microsoft.com/office/drawing/2014/main" id="{CA9FCC64-1DD3-1E6E-FC1F-FDAFF8FDCEFF}"/>
              </a:ext>
            </a:extLst>
          </p:cNvPr>
          <p:cNvSpPr/>
          <p:nvPr/>
        </p:nvSpPr>
        <p:spPr>
          <a:xfrm rot="10800000">
            <a:off x="4226265" y="4334238"/>
            <a:ext cx="100024" cy="153107"/>
          </a:xfrm>
          <a:prstGeom prst="leftBrac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 sz="1400"/>
          </a:p>
        </p:txBody>
      </p:sp>
      <p:sp>
        <p:nvSpPr>
          <p:cNvPr id="1381" name="CuadroTexto 1380">
            <a:extLst>
              <a:ext uri="{FF2B5EF4-FFF2-40B4-BE49-F238E27FC236}">
                <a16:creationId xmlns:a16="http://schemas.microsoft.com/office/drawing/2014/main" id="{E1513FAD-FC6B-41F6-9D0B-8CF88522E602}"/>
              </a:ext>
            </a:extLst>
          </p:cNvPr>
          <p:cNvSpPr txBox="1"/>
          <p:nvPr/>
        </p:nvSpPr>
        <p:spPr>
          <a:xfrm>
            <a:off x="4338308" y="2993426"/>
            <a:ext cx="5335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Organiza la configuración de un pipeline ETL específico mediante carpetas comunes y por sistema.</a:t>
            </a:r>
            <a:endParaRPr lang="en-US" sz="700" b="1"/>
          </a:p>
        </p:txBody>
      </p:sp>
      <p:sp>
        <p:nvSpPr>
          <p:cNvPr id="1382" name="CuadroTexto 1381">
            <a:extLst>
              <a:ext uri="{FF2B5EF4-FFF2-40B4-BE49-F238E27FC236}">
                <a16:creationId xmlns:a16="http://schemas.microsoft.com/office/drawing/2014/main" id="{2F461B1C-521A-763F-ECEE-F2145D2A7E63}"/>
              </a:ext>
            </a:extLst>
          </p:cNvPr>
          <p:cNvSpPr txBox="1"/>
          <p:nvPr/>
        </p:nvSpPr>
        <p:spPr>
          <a:xfrm>
            <a:off x="4338307" y="3145826"/>
            <a:ext cx="5335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Guarda parámetros compartidos del pipeline para reutilizar configuraciones en todos los Glue Jobs.</a:t>
            </a:r>
            <a:endParaRPr lang="en-US" sz="700" b="1"/>
          </a:p>
        </p:txBody>
      </p:sp>
      <p:sp>
        <p:nvSpPr>
          <p:cNvPr id="1383" name="CuadroTexto 1382">
            <a:extLst>
              <a:ext uri="{FF2B5EF4-FFF2-40B4-BE49-F238E27FC236}">
                <a16:creationId xmlns:a16="http://schemas.microsoft.com/office/drawing/2014/main" id="{164BBCF0-BD5A-BD29-5F5E-D84C406D1F60}"/>
              </a:ext>
            </a:extLst>
          </p:cNvPr>
          <p:cNvSpPr txBox="1"/>
          <p:nvPr/>
        </p:nvSpPr>
        <p:spPr>
          <a:xfrm>
            <a:off x="4325611" y="3446389"/>
            <a:ext cx="5335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Incluye configuraciones exclusivas del Sistema 1 para extracción, homologación y transformación de datos.</a:t>
            </a:r>
            <a:endParaRPr lang="en-US" sz="700" b="1"/>
          </a:p>
        </p:txBody>
      </p:sp>
      <p:sp>
        <p:nvSpPr>
          <p:cNvPr id="1384" name="CuadroTexto 1383">
            <a:extLst>
              <a:ext uri="{FF2B5EF4-FFF2-40B4-BE49-F238E27FC236}">
                <a16:creationId xmlns:a16="http://schemas.microsoft.com/office/drawing/2014/main" id="{3F4C024E-FA0D-616B-AAEB-F790DE0AFBE4}"/>
              </a:ext>
            </a:extLst>
          </p:cNvPr>
          <p:cNvSpPr txBox="1"/>
          <p:nvPr/>
        </p:nvSpPr>
        <p:spPr>
          <a:xfrm>
            <a:off x="4338312" y="4301521"/>
            <a:ext cx="5335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/>
              <a:t>Incluye configuraciones exclusivas del Sistema 2 para extracción, homologación y transformación de datos.</a:t>
            </a:r>
            <a:endParaRPr lang="en-US" sz="700" b="1"/>
          </a:p>
        </p:txBody>
      </p:sp>
      <p:pic>
        <p:nvPicPr>
          <p:cNvPr id="1386" name="Imagen 1385">
            <a:extLst>
              <a:ext uri="{FF2B5EF4-FFF2-40B4-BE49-F238E27FC236}">
                <a16:creationId xmlns:a16="http://schemas.microsoft.com/office/drawing/2014/main" id="{E5F929B3-0423-B6DE-9E1D-B013AD2637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280" t="49839" r="4902" b="30667"/>
          <a:stretch>
            <a:fillRect/>
          </a:stretch>
        </p:blipFill>
        <p:spPr>
          <a:xfrm>
            <a:off x="568055" y="1027085"/>
            <a:ext cx="126737" cy="106940"/>
          </a:xfrm>
          <a:prstGeom prst="rect">
            <a:avLst/>
          </a:prstGeom>
        </p:spPr>
      </p:pic>
      <p:pic>
        <p:nvPicPr>
          <p:cNvPr id="1387" name="Imagen 1386">
            <a:extLst>
              <a:ext uri="{FF2B5EF4-FFF2-40B4-BE49-F238E27FC236}">
                <a16:creationId xmlns:a16="http://schemas.microsoft.com/office/drawing/2014/main" id="{018C29B9-5629-23B9-8ACA-F012146EC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660" t="74259" r="28431" b="6618"/>
          <a:stretch>
            <a:fillRect/>
          </a:stretch>
        </p:blipFill>
        <p:spPr>
          <a:xfrm>
            <a:off x="708900" y="1185554"/>
            <a:ext cx="116782" cy="96218"/>
          </a:xfrm>
          <a:prstGeom prst="rect">
            <a:avLst/>
          </a:prstGeom>
        </p:spPr>
      </p:pic>
      <p:pic>
        <p:nvPicPr>
          <p:cNvPr id="1402" name="Imagen 1401">
            <a:extLst>
              <a:ext uri="{FF2B5EF4-FFF2-40B4-BE49-F238E27FC236}">
                <a16:creationId xmlns:a16="http://schemas.microsoft.com/office/drawing/2014/main" id="{848B9478-FA0A-2F43-64A2-BB891D46DC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27" t="7042" r="28583" b="29956"/>
          <a:stretch>
            <a:fillRect/>
          </a:stretch>
        </p:blipFill>
        <p:spPr>
          <a:xfrm>
            <a:off x="1076334" y="2042929"/>
            <a:ext cx="123816" cy="101242"/>
          </a:xfrm>
          <a:prstGeom prst="rect">
            <a:avLst/>
          </a:prstGeom>
        </p:spPr>
      </p:pic>
      <p:pic>
        <p:nvPicPr>
          <p:cNvPr id="1405" name="Imagen 1404">
            <a:extLst>
              <a:ext uri="{FF2B5EF4-FFF2-40B4-BE49-F238E27FC236}">
                <a16:creationId xmlns:a16="http://schemas.microsoft.com/office/drawing/2014/main" id="{FA3EB7AC-6A9E-8991-4311-B862DB9271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644" t="73207" r="4725" b="5486"/>
          <a:stretch>
            <a:fillRect/>
          </a:stretch>
        </p:blipFill>
        <p:spPr>
          <a:xfrm>
            <a:off x="1278254" y="3201143"/>
            <a:ext cx="140443" cy="10834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15FB723-7A50-4357-04CE-6F5ADC4DD6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1320817"/>
            <a:ext cx="121563" cy="10015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2C10E64-8E83-D1CB-FDD3-CACDCF3F72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1450709"/>
            <a:ext cx="121563" cy="10015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79CF9C7-343E-2109-BDEE-F060386957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1599436"/>
            <a:ext cx="121563" cy="10015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2F56E53-35FD-8DE2-8495-4A794D0886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1896366"/>
            <a:ext cx="121563" cy="10015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DAE836A-CDC3-D3EA-A3EC-00C06A15A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2912537"/>
            <a:ext cx="121563" cy="1001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CDD5E3C-9750-3ADF-B3BE-198B5C1162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27" t="7042" r="28583" b="29956"/>
          <a:stretch>
            <a:fillRect/>
          </a:stretch>
        </p:blipFill>
        <p:spPr>
          <a:xfrm>
            <a:off x="1076334" y="2476369"/>
            <a:ext cx="123816" cy="1012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BC5C9BA-7A90-C25F-8479-537B8EC551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27" t="7042" r="28583" b="29956"/>
          <a:stretch>
            <a:fillRect/>
          </a:stretch>
        </p:blipFill>
        <p:spPr>
          <a:xfrm>
            <a:off x="1076334" y="3056735"/>
            <a:ext cx="123816" cy="10124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FB333A0-1285-9DB2-05BD-667CFE61BB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5371322"/>
            <a:ext cx="121563" cy="10015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D39A66D-9AA0-E3B7-B87E-418DCC3224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98" t="6518" r="5093" b="74359"/>
          <a:stretch>
            <a:fillRect/>
          </a:stretch>
        </p:blipFill>
        <p:spPr>
          <a:xfrm>
            <a:off x="886369" y="5675957"/>
            <a:ext cx="121563" cy="100157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0E757E2C-9C7A-EB49-BDC6-7960F5226E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644" t="73207" r="4725" b="5486"/>
          <a:stretch>
            <a:fillRect/>
          </a:stretch>
        </p:blipFill>
        <p:spPr>
          <a:xfrm>
            <a:off x="1290325" y="3487874"/>
            <a:ext cx="140443" cy="108346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30038B76-9C72-D855-7DBF-0705248C37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644" t="73207" r="4725" b="5486"/>
          <a:stretch>
            <a:fillRect/>
          </a:stretch>
        </p:blipFill>
        <p:spPr>
          <a:xfrm>
            <a:off x="1278216" y="4360302"/>
            <a:ext cx="140443" cy="108346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504F340F-8416-48D2-9DF3-C0500E2B3F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660" t="74259" r="28431" b="6618"/>
          <a:stretch>
            <a:fillRect/>
          </a:stretch>
        </p:blipFill>
        <p:spPr>
          <a:xfrm>
            <a:off x="708900" y="1756933"/>
            <a:ext cx="116782" cy="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203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6D67D-BC27-C648-CE4F-D397ECC6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AF230568-A58F-E66F-7EC5-A0943DF1A5F7}"/>
              </a:ext>
            </a:extLst>
          </p:cNvPr>
          <p:cNvSpPr/>
          <p:nvPr/>
        </p:nvSpPr>
        <p:spPr bwMode="auto">
          <a:xfrm>
            <a:off x="142319" y="445589"/>
            <a:ext cx="384000" cy="384000"/>
          </a:xfrm>
          <a:prstGeom prst="roundRect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400" b="1">
                <a:solidFill>
                  <a:srgbClr val="FFFFFF"/>
                </a:solidFill>
                <a:latin typeface="Segoe Print" panose="02000600000000000000" pitchFamily="2" charset="0"/>
                <a:cs typeface="Segoe UI Semibold" panose="020B0702040204020203" pitchFamily="34" charset="0"/>
              </a:rPr>
              <a:t>3</a:t>
            </a:r>
            <a:endParaRPr kumimoji="0" lang="es-E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B55102-9577-8D09-FF9D-FB2A50AFE5A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538342" y="398224"/>
            <a:ext cx="9289981" cy="758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44" tIns="51924" rIns="103844" bIns="51924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2133" b="1" i="0" u="none" strike="noStrike" kern="0" cap="none" spc="0" normalizeH="0" baseline="0" noProof="0">
                <a:ln>
                  <a:noFill/>
                </a:ln>
                <a:solidFill>
                  <a:srgbClr val="002569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Diccionario</a:t>
            </a: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" sz="1600" b="1" i="0" u="none" strike="noStrike" kern="0" cap="none" spc="0" normalizeH="0" baseline="0" noProof="0">
                <a:ln>
                  <a:noFill/>
                </a:ln>
                <a:solidFill>
                  <a:srgbClr val="E0D399">
                    <a:lumMod val="75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Terminologías y ab</a:t>
            </a:r>
            <a:r>
              <a:rPr lang="es-ES" sz="1600" b="1" kern="0" err="1">
                <a:solidFill>
                  <a:srgbClr val="E0D399">
                    <a:lumMod val="75000"/>
                  </a:srgbClr>
                </a:solidFill>
                <a:latin typeface="Segoe UI Light"/>
              </a:rPr>
              <a:t>reviaturas</a:t>
            </a:r>
            <a:r>
              <a:rPr lang="es-ES" sz="1600" b="1" kern="0">
                <a:solidFill>
                  <a:srgbClr val="E0D399">
                    <a:lumMod val="75000"/>
                  </a:srgbClr>
                </a:solidFill>
                <a:latin typeface="Segoe UI Light"/>
              </a:rPr>
              <a:t> definidas para la composición de la estructura de ficheros</a:t>
            </a:r>
            <a:endParaRPr kumimoji="0" lang="es-ES" sz="1600" b="1" i="0" u="none" strike="noStrike" kern="0" cap="none" spc="0" normalizeH="0" baseline="0" noProof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ts val="1733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1600" b="1" i="0" u="none" strike="noStrike" kern="0" cap="none" spc="0" normalizeH="0" baseline="0" noProof="0">
              <a:ln>
                <a:noFill/>
              </a:ln>
              <a:solidFill>
                <a:srgbClr val="E0D399">
                  <a:lumMod val="75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09777AA-A8D0-DBB2-53A4-D8B76746B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52448"/>
              </p:ext>
            </p:extLst>
          </p:nvPr>
        </p:nvGraphicFramePr>
        <p:xfrm>
          <a:off x="852320" y="1005840"/>
          <a:ext cx="4570467" cy="4854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319">
                  <a:extLst>
                    <a:ext uri="{9D8B030D-6E8A-4147-A177-3AD203B41FA5}">
                      <a16:colId xmlns:a16="http://schemas.microsoft.com/office/drawing/2014/main" val="2558498180"/>
                    </a:ext>
                  </a:extLst>
                </a:gridCol>
                <a:gridCol w="2425148">
                  <a:extLst>
                    <a:ext uri="{9D8B030D-6E8A-4147-A177-3AD203B41FA5}">
                      <a16:colId xmlns:a16="http://schemas.microsoft.com/office/drawing/2014/main" val="1943915357"/>
                    </a:ext>
                  </a:extLst>
                </a:gridCol>
              </a:tblGrid>
              <a:tr h="2658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Servicio/Nombre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Abreviatura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470701"/>
                  </a:ext>
                </a:extLst>
              </a:tr>
              <a:tr h="199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938595"/>
                  </a:ext>
                </a:extLst>
              </a:tr>
              <a:tr h="199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glue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162948"/>
                  </a:ext>
                </a:extLst>
              </a:tr>
              <a:tr h="199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Step Functions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stf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0827"/>
                  </a:ext>
                </a:extLst>
              </a:tr>
              <a:tr h="1995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Redshift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896098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CloudWatch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49342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quality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dqu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635070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Athena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66309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Sandbox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sbx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484128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archive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469783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config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805869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gold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gold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140774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85542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silver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15085"/>
                  </a:ext>
                </a:extLst>
              </a:tr>
              <a:tr h="3282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data_quality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dqu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76933"/>
                  </a:ext>
                </a:extLst>
              </a:tr>
              <a:tr h="2776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catalogs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982581"/>
                  </a:ext>
                </a:extLst>
              </a:tr>
              <a:tr h="3003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8624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F31ABCB-F8DD-0DFB-3BE3-01726371C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829650"/>
              </p:ext>
            </p:extLst>
          </p:nvPr>
        </p:nvGraphicFramePr>
        <p:xfrm>
          <a:off x="6268487" y="1005840"/>
          <a:ext cx="4570466" cy="447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319">
                  <a:extLst>
                    <a:ext uri="{9D8B030D-6E8A-4147-A177-3AD203B41FA5}">
                      <a16:colId xmlns:a16="http://schemas.microsoft.com/office/drawing/2014/main" val="2558498180"/>
                    </a:ext>
                  </a:extLst>
                </a:gridCol>
                <a:gridCol w="2425147">
                  <a:extLst>
                    <a:ext uri="{9D8B030D-6E8A-4147-A177-3AD203B41FA5}">
                      <a16:colId xmlns:a16="http://schemas.microsoft.com/office/drawing/2014/main" val="1943915357"/>
                    </a:ext>
                  </a:extLst>
                </a:gridCol>
              </a:tblGrid>
              <a:tr h="2650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Servicio/Nombre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Abreviatura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470701"/>
                  </a:ext>
                </a:extLst>
              </a:tr>
              <a:tr h="1989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938595"/>
                  </a:ext>
                </a:extLst>
              </a:tr>
              <a:tr h="1989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saldos_oper_day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162948"/>
                  </a:ext>
                </a:extLst>
              </a:tr>
              <a:tr h="1989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50827"/>
                  </a:ext>
                </a:extLst>
              </a:tr>
              <a:tr h="1989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system1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896098"/>
                  </a:ext>
                </a:extLst>
              </a:tr>
              <a:tr h="2575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system2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49342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parameters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635070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step_functions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66309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datasets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484128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documentation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140774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885542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monitoring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815085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scripts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516615"/>
                  </a:ext>
                </a:extLst>
              </a:tr>
              <a:tr h="3272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76933"/>
                  </a:ext>
                </a:extLst>
              </a:tr>
              <a:tr h="2767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jobs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jobs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982581"/>
                  </a:ext>
                </a:extLst>
              </a:tr>
              <a:tr h="2597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sql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sql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8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78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648963a9e2_0_0"/>
          <p:cNvSpPr txBox="1">
            <a:spLocks noGrp="1"/>
          </p:cNvSpPr>
          <p:nvPr>
            <p:ph type="ctrTitle"/>
          </p:nvPr>
        </p:nvSpPr>
        <p:spPr>
          <a:xfrm>
            <a:off x="296105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endParaRPr/>
          </a:p>
        </p:txBody>
      </p:sp>
      <p:sp>
        <p:nvSpPr>
          <p:cNvPr id="999" name="Google Shape;999;g648963a9e2_0_0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609585" indent="-541853">
              <a:buFont typeface="Calibri"/>
              <a:buChar char="-"/>
            </a:pPr>
            <a:r>
              <a:rPr lang="es-ES"/>
              <a:t>Vestimenta</a:t>
            </a:r>
          </a:p>
          <a:p>
            <a:pPr marL="609585" indent="-304792"/>
            <a:endParaRPr/>
          </a:p>
        </p:txBody>
      </p:sp>
      <p:sp>
        <p:nvSpPr>
          <p:cNvPr id="1000" name="Google Shape;1000;g648963a9e2_0_0"/>
          <p:cNvSpPr/>
          <p:nvPr/>
        </p:nvSpPr>
        <p:spPr>
          <a:xfrm>
            <a:off x="232660" y="167500"/>
            <a:ext cx="2212400" cy="5532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Tx/>
              <a:buNone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index</a:t>
            </a:r>
            <a:endParaRPr kumimoji="0" sz="1867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1" name="Google Shape;1001;g648963a9e2_0_0"/>
          <p:cNvPicPr preferRelativeResize="0"/>
          <p:nvPr/>
        </p:nvPicPr>
        <p:blipFill>
          <a:blip r:embed="rId3">
            <a:alphaModFix/>
          </a:blip>
          <a:srcRect r="8709"/>
          <a:stretch>
            <a:fillRect/>
          </a:stretch>
        </p:blipFill>
        <p:spPr>
          <a:xfrm>
            <a:off x="-125333" y="0"/>
            <a:ext cx="12444665" cy="6924667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Google Shape;1032;p4"/>
          <p:cNvSpPr/>
          <p:nvPr/>
        </p:nvSpPr>
        <p:spPr>
          <a:xfrm>
            <a:off x="-128722" y="0"/>
            <a:ext cx="12448055" cy="6924667"/>
          </a:xfrm>
          <a:prstGeom prst="rect">
            <a:avLst/>
          </a:prstGeom>
          <a:gradFill>
            <a:gsLst>
              <a:gs pos="0">
                <a:srgbClr val="5983B1">
                  <a:alpha val="38823"/>
                </a:srgbClr>
              </a:gs>
              <a:gs pos="44000">
                <a:srgbClr val="5983B1">
                  <a:alpha val="38823"/>
                </a:srgbClr>
              </a:gs>
              <a:gs pos="61000">
                <a:srgbClr val="021B32">
                  <a:alpha val="80000"/>
                </a:srgbClr>
              </a:gs>
              <a:gs pos="74000">
                <a:srgbClr val="01101D">
                  <a:alpha val="89803"/>
                </a:srgbClr>
              </a:gs>
              <a:gs pos="100000">
                <a:srgbClr val="022646"/>
              </a:gs>
            </a:gsLst>
            <a:path path="circle">
              <a:fillToRect l="100000" t="100000"/>
            </a:path>
            <a:tileRect r="-100000" b="-10000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4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2" name="Google Shape;1002;g648963a9e2_0_0"/>
          <p:cNvSpPr/>
          <p:nvPr/>
        </p:nvSpPr>
        <p:spPr>
          <a:xfrm>
            <a:off x="-128723" y="745335"/>
            <a:ext cx="6585200" cy="2000197"/>
          </a:xfrm>
          <a:prstGeom prst="rect">
            <a:avLst/>
          </a:prstGeom>
          <a:solidFill>
            <a:srgbClr val="FFFFFF">
              <a:alpha val="23137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838383"/>
              </a:buClr>
              <a:buSzPts val="1400"/>
              <a:buFontTx/>
              <a:buNone/>
              <a:defRPr/>
            </a:pPr>
            <a:endParaRPr kumimoji="0" sz="18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648963a9e2_0_0"/>
          <p:cNvSpPr txBox="1"/>
          <p:nvPr/>
        </p:nvSpPr>
        <p:spPr>
          <a:xfrm>
            <a:off x="-164287" y="1246834"/>
            <a:ext cx="4530928" cy="99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_tradnl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GRACIAS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7728" y="745335"/>
            <a:ext cx="2324083" cy="20015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s-ES" sz="2667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136" y="1278904"/>
            <a:ext cx="1507576" cy="7362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643178" y="6396335"/>
            <a:ext cx="1459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s-ES_tradnl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Julio 2026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240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957"/>
  <p:tag name="AS_RELEASE_DATE" val="2025.02.28"/>
  <p:tag name="AS_TITLE" val="Aspose.Slides for Java"/>
  <p:tag name="AS_VERSION" val="25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yfWj2EQY6yv3D5ckUWF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qkY0b.TkiOSxj8N3sqS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KtmtuQRg.G7UcVkQhK7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qkY0b.TkiOSxj8N3sqS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LlPDi5nDECGyX8j3ZXHlQ"/>
</p:tagLst>
</file>

<file path=ppt/theme/theme1.xml><?xml version="1.0" encoding="utf-8"?>
<a:theme xmlns:a="http://schemas.openxmlformats.org/drawingml/2006/main" name="1_Bloque 2_Tasas de transferencia_IBK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1">
              <a:lumMod val="65000"/>
            </a:schemeClr>
          </a:solidFill>
        </a:ln>
      </a:spPr>
      <a:bodyPr lIns="144000" tIns="108000" rIns="144000" bIns="108000" rtlCol="0" anchor="t"/>
      <a:lstStyle>
        <a:defPPr marL="171450" indent="-171450" algn="just">
          <a:spcBef>
            <a:spcPts val="600"/>
          </a:spcBef>
          <a:buFont typeface="Arial" panose="020B0604020202020204" pitchFamily="34" charset="0"/>
          <a:buChar char="•"/>
          <a:defRPr sz="11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oque 2_Tasas de transferencia_IBK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1">
              <a:lumMod val="65000"/>
            </a:schemeClr>
          </a:solidFill>
        </a:ln>
      </a:spPr>
      <a:bodyPr lIns="144000" tIns="108000" rIns="144000" bIns="108000" rtlCol="0" anchor="t"/>
      <a:lstStyle>
        <a:defPPr marL="171450" indent="-171450" algn="just">
          <a:spcBef>
            <a:spcPts val="600"/>
          </a:spcBef>
          <a:buFont typeface="Arial" panose="020B0604020202020204" pitchFamily="34" charset="0"/>
          <a:buChar char="•"/>
          <a:defRPr sz="11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 Design">
  <a:themeElements>
    <a:clrScheme name="HRO">
      <a:dk1>
        <a:srgbClr val="838383"/>
      </a:dk1>
      <a:lt1>
        <a:srgbClr val="FFFFFF"/>
      </a:lt1>
      <a:dk2>
        <a:srgbClr val="002569"/>
      </a:dk2>
      <a:lt2>
        <a:srgbClr val="5F5F5F"/>
      </a:lt2>
      <a:accent1>
        <a:srgbClr val="63BA68"/>
      </a:accent1>
      <a:accent2>
        <a:srgbClr val="FFD85D"/>
      </a:accent2>
      <a:accent3>
        <a:srgbClr val="A7A7A7"/>
      </a:accent3>
      <a:accent4>
        <a:srgbClr val="7094BC"/>
      </a:accent4>
      <a:accent5>
        <a:srgbClr val="E59D27"/>
      </a:accent5>
      <a:accent6>
        <a:srgbClr val="CCD3E1"/>
      </a:accent6>
      <a:hlink>
        <a:srgbClr val="BFA13E"/>
      </a:hlink>
      <a:folHlink>
        <a:srgbClr val="99A8C3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pct30">
          <a:fgClr>
            <a:srgbClr val="92D050"/>
          </a:fgClr>
          <a:bgClr>
            <a:schemeClr val="bg1"/>
          </a:bgClr>
        </a:pattFill>
        <a:ln>
          <a:noFill/>
        </a:ln>
        <a:effectLst/>
      </a:spPr>
      <a:bodyPr rtlCol="0" anchor="ctr"/>
      <a:lstStyle>
        <a:defPPr algn="ctr">
          <a:defRPr dirty="0">
            <a:latin typeface="+mj-lt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1_Bloque 2_Tasas de transferencia_IBK</vt:lpstr>
      <vt:lpstr>Bloque 2_Tasas de transferencia_IBK</vt:lpstr>
      <vt:lpstr>Default Design</vt:lpstr>
      <vt:lpstr>Nueva Solución RNT + ALM + FTP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Alonso García</dc:creator>
  <cp:revision>1</cp:revision>
  <dcterms:created xsi:type="dcterms:W3CDTF">2026-06-10T05:35:33Z</dcterms:created>
  <dcterms:modified xsi:type="dcterms:W3CDTF">2026-07-08T15:47:49Z</dcterms:modified>
</cp:coreProperties>
</file>